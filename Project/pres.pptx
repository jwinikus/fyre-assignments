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 Light"/>
      <p:regular r:id="rId23"/>
      <p:bold r:id="rId24"/>
      <p:italic r:id="rId25"/>
      <p:boldItalic r:id="rId26"/>
    </p:embeddedFont>
    <p:embeddedFont>
      <p:font typeface="Instrument Serif"/>
      <p:regular r:id="rId27"/>
      <p:italic r:id="rId28"/>
    </p:embeddedFont>
    <p:embeddedFont>
      <p:font typeface="Merriweather Light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Inter ExtraBold"/>
      <p:bold r:id="rId37"/>
      <p:boldItalic r:id="rId38"/>
    </p:embeddedFont>
    <p:embeddedFont>
      <p:font typeface="Sora Light"/>
      <p:regular r:id="rId39"/>
      <p:bold r:id="rId40"/>
    </p:embeddedFont>
    <p:embeddedFont>
      <p:font typeface="Sora"/>
      <p:regular r:id="rId41"/>
      <p:bold r:id="rId42"/>
    </p:embeddedFont>
    <p:embeddedFont>
      <p:font typeface="Inter Medium"/>
      <p:regular r:id="rId43"/>
      <p:bold r:id="rId44"/>
      <p:italic r:id="rId45"/>
      <p:boldItalic r:id="rId46"/>
    </p:embeddedFont>
    <p:embeddedFont>
      <p:font typeface="DM Sans"/>
      <p:regular r:id="rId47"/>
      <p:bold r:id="rId48"/>
      <p:italic r:id="rId49"/>
      <p:boldItalic r:id="rId50"/>
    </p:embeddedFont>
    <p:embeddedFont>
      <p:font typeface="Inter Black"/>
      <p:bold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17">
          <p15:clr>
            <a:srgbClr val="747775"/>
          </p15:clr>
        </p15:guide>
        <p15:guide id="2" pos="2880">
          <p15:clr>
            <a:srgbClr val="747775"/>
          </p15:clr>
        </p15:guide>
        <p15:guide id="3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F773E8-CEC7-4B24-861E-98A20ADB810A}">
  <a:tblStyle styleId="{D1F773E8-CEC7-4B24-861E-98A20ADB81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17" orient="horz"/>
        <p:guide pos="2880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raLight-bold.fntdata"/><Relationship Id="rId42" Type="http://schemas.openxmlformats.org/officeDocument/2006/relationships/font" Target="fonts/Sora-bold.fntdata"/><Relationship Id="rId41" Type="http://schemas.openxmlformats.org/officeDocument/2006/relationships/font" Target="fonts/Sora-regular.fntdata"/><Relationship Id="rId44" Type="http://schemas.openxmlformats.org/officeDocument/2006/relationships/font" Target="fonts/InterMedium-bold.fntdata"/><Relationship Id="rId43" Type="http://schemas.openxmlformats.org/officeDocument/2006/relationships/font" Target="fonts/InterMedium-regular.fntdata"/><Relationship Id="rId46" Type="http://schemas.openxmlformats.org/officeDocument/2006/relationships/font" Target="fonts/InterMedium-boldItalic.fntdata"/><Relationship Id="rId45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DMSans-bold.fntdata"/><Relationship Id="rId47" Type="http://schemas.openxmlformats.org/officeDocument/2006/relationships/font" Target="fonts/DMSans-regular.fntdata"/><Relationship Id="rId49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Light-italic.fntdata"/><Relationship Id="rId30" Type="http://schemas.openxmlformats.org/officeDocument/2006/relationships/font" Target="fonts/MerriweatherLight-bold.fntdata"/><Relationship Id="rId33" Type="http://schemas.openxmlformats.org/officeDocument/2006/relationships/font" Target="fonts/Inter-regular.fntdata"/><Relationship Id="rId32" Type="http://schemas.openxmlformats.org/officeDocument/2006/relationships/font" Target="fonts/MerriweatherLight-boldItalic.fntdata"/><Relationship Id="rId35" Type="http://schemas.openxmlformats.org/officeDocument/2006/relationships/font" Target="fonts/Inter-italic.fntdata"/><Relationship Id="rId34" Type="http://schemas.openxmlformats.org/officeDocument/2006/relationships/font" Target="fonts/Inter-bold.fntdata"/><Relationship Id="rId37" Type="http://schemas.openxmlformats.org/officeDocument/2006/relationships/font" Target="fonts/InterExtraBold-bold.fntdata"/><Relationship Id="rId36" Type="http://schemas.openxmlformats.org/officeDocument/2006/relationships/font" Target="fonts/Inter-boldItalic.fntdata"/><Relationship Id="rId39" Type="http://schemas.openxmlformats.org/officeDocument/2006/relationships/font" Target="fonts/SoraLight-regular.fntdata"/><Relationship Id="rId38" Type="http://schemas.openxmlformats.org/officeDocument/2006/relationships/font" Target="fonts/InterExtraBold-boldItalic.fntdata"/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Light-bold.fntdata"/><Relationship Id="rId23" Type="http://schemas.openxmlformats.org/officeDocument/2006/relationships/font" Target="fonts/InterLight-regular.fntdata"/><Relationship Id="rId26" Type="http://schemas.openxmlformats.org/officeDocument/2006/relationships/font" Target="fonts/InterLight-boldItalic.fntdata"/><Relationship Id="rId25" Type="http://schemas.openxmlformats.org/officeDocument/2006/relationships/font" Target="fonts/InterLight-italic.fntdata"/><Relationship Id="rId28" Type="http://schemas.openxmlformats.org/officeDocument/2006/relationships/font" Target="fonts/InstrumentSerif-italic.fntdata"/><Relationship Id="rId27" Type="http://schemas.openxmlformats.org/officeDocument/2006/relationships/font" Target="fonts/InstrumentSerif-regular.fntdata"/><Relationship Id="rId29" Type="http://schemas.openxmlformats.org/officeDocument/2006/relationships/font" Target="fonts/MerriweatherLight-regular.fntdata"/><Relationship Id="rId51" Type="http://schemas.openxmlformats.org/officeDocument/2006/relationships/font" Target="fonts/InterBlack-bold.fntdata"/><Relationship Id="rId50" Type="http://schemas.openxmlformats.org/officeDocument/2006/relationships/font" Target="fonts/DMSans-boldItalic.fntdata"/><Relationship Id="rId52" Type="http://schemas.openxmlformats.org/officeDocument/2006/relationships/font" Target="fonts/InterBlack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fa7353572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fa7353572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h39b421086a408df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h39b421086a408df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8ecd2f1d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f8ecd2f1d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h39b421086a408d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h39b421086a408d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h39b421086a408df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h39b421086a408d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h39b421086a408df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h39b421086a408d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h324f89efa0fb0b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h324f89efa0fb0b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h39b421086a408d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h39b421086a408d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h324f89efa0fb0b2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h324f89efa0fb0b2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39b421086a408df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39b421086a408df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h39b421086a408df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h39b421086a408df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h324f89efa0fb0b2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h324f89efa0fb0b2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Relationship Id="rId3" Type="http://schemas.openxmlformats.org/officeDocument/2006/relationships/image" Target="../media/image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Relationship Id="rId3" Type="http://schemas.openxmlformats.org/officeDocument/2006/relationships/image" Target="../media/image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Relationship Id="rId3" Type="http://schemas.openxmlformats.org/officeDocument/2006/relationships/image" Target="../media/image8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20" Type="http://schemas.openxmlformats.org/officeDocument/2006/relationships/image" Target="../media/image30.png"/><Relationship Id="rId22" Type="http://schemas.openxmlformats.org/officeDocument/2006/relationships/image" Target="../media/image81.png"/><Relationship Id="rId21" Type="http://schemas.openxmlformats.org/officeDocument/2006/relationships/image" Target="../media/image29.png"/><Relationship Id="rId24" Type="http://schemas.openxmlformats.org/officeDocument/2006/relationships/image" Target="../media/image34.png"/><Relationship Id="rId23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lehigh.assetbank-server.com/assetbank-lehigh/action/viewHome?group=brandresources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9" Type="http://schemas.openxmlformats.org/officeDocument/2006/relationships/image" Target="../media/image22.png"/><Relationship Id="rId26" Type="http://schemas.openxmlformats.org/officeDocument/2006/relationships/image" Target="../media/image32.png"/><Relationship Id="rId25" Type="http://schemas.openxmlformats.org/officeDocument/2006/relationships/image" Target="../media/image33.png"/><Relationship Id="rId28" Type="http://schemas.openxmlformats.org/officeDocument/2006/relationships/image" Target="../media/image37.png"/><Relationship Id="rId27" Type="http://schemas.openxmlformats.org/officeDocument/2006/relationships/image" Target="../media/image35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Relationship Id="rId29" Type="http://schemas.openxmlformats.org/officeDocument/2006/relationships/image" Target="../media/image36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30" Type="http://schemas.openxmlformats.org/officeDocument/2006/relationships/image" Target="../media/image40.png"/><Relationship Id="rId11" Type="http://schemas.openxmlformats.org/officeDocument/2006/relationships/image" Target="../media/image79.png"/><Relationship Id="rId10" Type="http://schemas.openxmlformats.org/officeDocument/2006/relationships/image" Target="../media/image20.png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5" Type="http://schemas.openxmlformats.org/officeDocument/2006/relationships/image" Target="../media/image25.png"/><Relationship Id="rId14" Type="http://schemas.openxmlformats.org/officeDocument/2006/relationships/image" Target="../media/image21.png"/><Relationship Id="rId17" Type="http://schemas.openxmlformats.org/officeDocument/2006/relationships/image" Target="../media/image26.png"/><Relationship Id="rId16" Type="http://schemas.openxmlformats.org/officeDocument/2006/relationships/image" Target="../media/image28.png"/><Relationship Id="rId19" Type="http://schemas.openxmlformats.org/officeDocument/2006/relationships/image" Target="../media/image24.png"/><Relationship Id="rId18" Type="http://schemas.openxmlformats.org/officeDocument/2006/relationships/image" Target="../media/image2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lehigh.assetbank-server.com/assetbank-lehigh/action/viewHome?group=brandresources" TargetMode="External"/><Relationship Id="rId3" Type="http://schemas.openxmlformats.org/officeDocument/2006/relationships/hyperlink" Target="https://lehigh.assetbank-server.com/assetbank-lehigh/action/viewHome?group=brandresources" TargetMode="External"/><Relationship Id="rId4" Type="http://schemas.openxmlformats.org/officeDocument/2006/relationships/hyperlink" Target="https://lehigh.assetbank-server.com/assetbank-lehigh/action/viewHome?group=brandresources" TargetMode="Externa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live.standards.site/lehighbrandhub/" TargetMode="External"/><Relationship Id="rId3" Type="http://schemas.openxmlformats.org/officeDocument/2006/relationships/hyperlink" Target="https://live.standards.site/lehighbrandhub/" TargetMode="External"/></Relationships>
</file>

<file path=ppt/slideLayouts/_rels/slideLayout52.xml.rels><?xml version="1.0" encoding="UTF-8" standalone="yes"?><Relationships xmlns="http://schemas.openxmlformats.org/package/2006/relationships"><Relationship Id="rId20" Type="http://schemas.openxmlformats.org/officeDocument/2006/relationships/image" Target="../media/image55.png"/><Relationship Id="rId22" Type="http://schemas.openxmlformats.org/officeDocument/2006/relationships/image" Target="../media/image57.png"/><Relationship Id="rId21" Type="http://schemas.openxmlformats.org/officeDocument/2006/relationships/image" Target="../media/image56.png"/><Relationship Id="rId24" Type="http://schemas.openxmlformats.org/officeDocument/2006/relationships/image" Target="../media/image83.png"/><Relationship Id="rId23" Type="http://schemas.openxmlformats.org/officeDocument/2006/relationships/image" Target="../media/image58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lehigh.assetbank-server.com/assetbank-lehigh/action/viewHome?group=brandresources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9" Type="http://schemas.openxmlformats.org/officeDocument/2006/relationships/image" Target="../media/image82.png"/><Relationship Id="rId26" Type="http://schemas.openxmlformats.org/officeDocument/2006/relationships/image" Target="../media/image61.png"/><Relationship Id="rId25" Type="http://schemas.openxmlformats.org/officeDocument/2006/relationships/image" Target="../media/image59.png"/><Relationship Id="rId28" Type="http://schemas.openxmlformats.org/officeDocument/2006/relationships/image" Target="../media/image62.png"/><Relationship Id="rId27" Type="http://schemas.openxmlformats.org/officeDocument/2006/relationships/image" Target="../media/image60.png"/><Relationship Id="rId5" Type="http://schemas.openxmlformats.org/officeDocument/2006/relationships/image" Target="../media/image42.png"/><Relationship Id="rId6" Type="http://schemas.openxmlformats.org/officeDocument/2006/relationships/image" Target="../media/image63.png"/><Relationship Id="rId29" Type="http://schemas.openxmlformats.org/officeDocument/2006/relationships/image" Target="../media/image71.png"/><Relationship Id="rId7" Type="http://schemas.openxmlformats.org/officeDocument/2006/relationships/image" Target="../media/image45.png"/><Relationship Id="rId8" Type="http://schemas.openxmlformats.org/officeDocument/2006/relationships/image" Target="../media/image36.png"/><Relationship Id="rId31" Type="http://schemas.openxmlformats.org/officeDocument/2006/relationships/image" Target="../media/image24.png"/><Relationship Id="rId30" Type="http://schemas.openxmlformats.org/officeDocument/2006/relationships/image" Target="../media/image65.png"/><Relationship Id="rId11" Type="http://schemas.openxmlformats.org/officeDocument/2006/relationships/image" Target="../media/image44.png"/><Relationship Id="rId33" Type="http://schemas.openxmlformats.org/officeDocument/2006/relationships/image" Target="../media/image30.png"/><Relationship Id="rId10" Type="http://schemas.openxmlformats.org/officeDocument/2006/relationships/image" Target="../media/image46.png"/><Relationship Id="rId32" Type="http://schemas.openxmlformats.org/officeDocument/2006/relationships/image" Target="../media/image81.png"/><Relationship Id="rId13" Type="http://schemas.openxmlformats.org/officeDocument/2006/relationships/image" Target="../media/image21.png"/><Relationship Id="rId35" Type="http://schemas.openxmlformats.org/officeDocument/2006/relationships/image" Target="../media/image19.png"/><Relationship Id="rId12" Type="http://schemas.openxmlformats.org/officeDocument/2006/relationships/image" Target="../media/image47.png"/><Relationship Id="rId34" Type="http://schemas.openxmlformats.org/officeDocument/2006/relationships/image" Target="../media/image40.png"/><Relationship Id="rId15" Type="http://schemas.openxmlformats.org/officeDocument/2006/relationships/image" Target="../media/image49.png"/><Relationship Id="rId14" Type="http://schemas.openxmlformats.org/officeDocument/2006/relationships/image" Target="../media/image50.png"/><Relationship Id="rId17" Type="http://schemas.openxmlformats.org/officeDocument/2006/relationships/image" Target="../media/image54.png"/><Relationship Id="rId16" Type="http://schemas.openxmlformats.org/officeDocument/2006/relationships/image" Target="../media/image51.png"/><Relationship Id="rId19" Type="http://schemas.openxmlformats.org/officeDocument/2006/relationships/image" Target="../media/image52.png"/><Relationship Id="rId18" Type="http://schemas.openxmlformats.org/officeDocument/2006/relationships/image" Target="../media/image5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live.standards.site/lehighbrandhub/" TargetMode="Externa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2.png"/><Relationship Id="rId3" Type="http://schemas.openxmlformats.org/officeDocument/2006/relationships/image" Target="../media/image78.png"/><Relationship Id="rId4" Type="http://schemas.openxmlformats.org/officeDocument/2006/relationships/image" Target="../media/image80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Title centered dark">
  <p:cSld name="CUSTOM_11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807750" y="819125"/>
            <a:ext cx="75285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807750" y="2937150"/>
            <a:ext cx="75285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Inter SemiBold"/>
              <a:buNone/>
              <a:defRPr sz="24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pic>
        <p:nvPicPr>
          <p:cNvPr id="12" name="Google Shape;12;p2" title="2025_07-16_Lehigh-University-Logo_Full-Color_KO-RGB_For-Digita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99" y="4343400"/>
            <a:ext cx="1977876" cy="41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 Blank w/footer Light">
  <p:cSld name="CUSTOM_14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 Blank w/footer Dark">
  <p:cSld name="CUSTOM_14_1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8" name="Google Shape;18;p4" title="2025_08-27_Lehigh-University-Logo_KO-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83095" y="4602593"/>
            <a:ext cx="206699" cy="2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itle centered light">
  <p:cSld name="CUSTOM_7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807750" y="819125"/>
            <a:ext cx="75285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807750" y="2937150"/>
            <a:ext cx="75285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nter SemiBold"/>
              <a:buNone/>
              <a:defRPr sz="24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pic>
        <p:nvPicPr>
          <p:cNvPr id="22" name="Google Shape;22;p5" title="2025_07-16_Lehigh-University-Logo_Full-Color-RGB_For-Digita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3800" y="4343400"/>
            <a:ext cx="1977876" cy="42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Title serif dark">
  <p:cSld name="CUSTOM_8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ctrTitle"/>
          </p:nvPr>
        </p:nvSpPr>
        <p:spPr>
          <a:xfrm>
            <a:off x="458700" y="1882925"/>
            <a:ext cx="7139100" cy="24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Instrument Serif"/>
              <a:buNone/>
              <a:defRPr b="0" sz="9600">
                <a:solidFill>
                  <a:schemeClr val="l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9pPr>
          </a:lstStyle>
          <a:p/>
        </p:txBody>
      </p:sp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457200" y="445025"/>
            <a:ext cx="5177700" cy="40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ExtraBold"/>
              <a:buNone/>
              <a:defRPr sz="14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 ExtraBold"/>
              <a:buNone/>
              <a:defRPr sz="2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/>
        </p:txBody>
      </p:sp>
      <p:pic>
        <p:nvPicPr>
          <p:cNvPr id="26" name="Google Shape;26;p6" title="2025_08-27_Lehigh-University-Logo_KO-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65600" y="445025"/>
            <a:ext cx="621200" cy="86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Title serif light">
  <p:cSld name="CUSTOM_8_1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ctrTitle"/>
          </p:nvPr>
        </p:nvSpPr>
        <p:spPr>
          <a:xfrm>
            <a:off x="458700" y="1882925"/>
            <a:ext cx="7139100" cy="24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Instrument Serif"/>
              <a:buNone/>
              <a:defRPr b="0" sz="96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9pPr>
          </a:lstStyle>
          <a:p/>
        </p:txBody>
      </p:sp>
      <p:pic>
        <p:nvPicPr>
          <p:cNvPr id="29" name="Google Shape;29;p7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65600" y="455500"/>
            <a:ext cx="621201" cy="85592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/>
          <p:nvPr>
            <p:ph idx="1" type="subTitle"/>
          </p:nvPr>
        </p:nvSpPr>
        <p:spPr>
          <a:xfrm>
            <a:off x="457200" y="445025"/>
            <a:ext cx="5177700" cy="40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ExtraBold"/>
              <a:buNone/>
              <a:defRPr sz="14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 ExtraBold"/>
              <a:buNone/>
              <a:defRPr sz="21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 ExtraBold"/>
              <a:buNone/>
              <a:defRPr sz="21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 ExtraBold"/>
              <a:buNone/>
              <a:defRPr sz="21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 ExtraBold"/>
              <a:buNone/>
              <a:defRPr sz="21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 ExtraBold"/>
              <a:buNone/>
              <a:defRPr sz="21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 ExtraBold"/>
              <a:buNone/>
              <a:defRPr sz="21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 ExtraBold"/>
              <a:buNone/>
              <a:defRPr sz="21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 ExtraBold"/>
              <a:buNone/>
              <a:defRPr sz="21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Title left justified dark">
  <p:cSld name="CUSTOM_1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8"/>
          <p:cNvCxnSpPr/>
          <p:nvPr/>
        </p:nvCxnSpPr>
        <p:spPr>
          <a:xfrm>
            <a:off x="458700" y="879700"/>
            <a:ext cx="822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" name="Google Shape;33;p8"/>
          <p:cNvSpPr txBox="1"/>
          <p:nvPr>
            <p:ph type="ctrTitle"/>
          </p:nvPr>
        </p:nvSpPr>
        <p:spPr>
          <a:xfrm>
            <a:off x="458700" y="1781300"/>
            <a:ext cx="6741600" cy="15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457200" y="3397000"/>
            <a:ext cx="6741600" cy="9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SemiBold"/>
              <a:buNone/>
              <a:defRPr sz="24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2" type="subTitle"/>
          </p:nvPr>
        </p:nvSpPr>
        <p:spPr>
          <a:xfrm>
            <a:off x="6158700" y="336350"/>
            <a:ext cx="25266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None/>
              <a:defRPr b="1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6" name="Google Shape;36;p8" title="2025_07-16_Lehigh-University-Logo_Full-Color-RGB_For-Digita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3800" y="231100"/>
            <a:ext cx="1977876" cy="42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Title left justified light">
  <p:cSld name="CUSTOM_9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oogle Shape;38;p9"/>
          <p:cNvCxnSpPr/>
          <p:nvPr/>
        </p:nvCxnSpPr>
        <p:spPr>
          <a:xfrm>
            <a:off x="458700" y="879700"/>
            <a:ext cx="822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" name="Google Shape;39;p9"/>
          <p:cNvSpPr txBox="1"/>
          <p:nvPr>
            <p:ph type="ctrTitle"/>
          </p:nvPr>
        </p:nvSpPr>
        <p:spPr>
          <a:xfrm>
            <a:off x="458700" y="1781300"/>
            <a:ext cx="6741600" cy="15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457200" y="3397000"/>
            <a:ext cx="6741600" cy="9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Inter SemiBold"/>
              <a:buNone/>
              <a:defRPr sz="24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2" type="subTitle"/>
          </p:nvPr>
        </p:nvSpPr>
        <p:spPr>
          <a:xfrm>
            <a:off x="6158700" y="336350"/>
            <a:ext cx="25266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b="1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2" name="Google Shape;42;p9" title="2025_07-16_Lehigh-University-Logo_Full-Color_KO-RGB_For-Digita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99" y="232470"/>
            <a:ext cx="1977876" cy="41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Itle w/photo dark">
  <p:cSld name="CUSTOM_9_1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ctrTitle"/>
          </p:nvPr>
        </p:nvSpPr>
        <p:spPr>
          <a:xfrm>
            <a:off x="458000" y="1373600"/>
            <a:ext cx="3939600" cy="20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" name="Google Shape;45;p10"/>
          <p:cNvSpPr txBox="1"/>
          <p:nvPr>
            <p:ph idx="1" type="subTitle"/>
          </p:nvPr>
        </p:nvSpPr>
        <p:spPr>
          <a:xfrm>
            <a:off x="457200" y="3478525"/>
            <a:ext cx="3784200" cy="11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Inter SemiBold"/>
              <a:buNone/>
              <a:defRPr sz="2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6" name="Google Shape;46;p10"/>
          <p:cNvSpPr/>
          <p:nvPr>
            <p:ph idx="2" type="pic"/>
          </p:nvPr>
        </p:nvSpPr>
        <p:spPr>
          <a:xfrm>
            <a:off x="4801525" y="468225"/>
            <a:ext cx="3885300" cy="4186500"/>
          </a:xfrm>
          <a:prstGeom prst="roundRect">
            <a:avLst>
              <a:gd fmla="val 4264" name="adj"/>
            </a:avLst>
          </a:prstGeom>
          <a:noFill/>
          <a:ln>
            <a:noFill/>
          </a:ln>
        </p:spPr>
      </p:sp>
      <p:pic>
        <p:nvPicPr>
          <p:cNvPr id="47" name="Google Shape;47;p10" title="2025_07-16_Lehigh-University-Logo_Full-Color_KO-RGB_For-Digita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99" y="468225"/>
            <a:ext cx="1977876" cy="41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 Title w/photo light">
  <p:cSld name="CUSTOM_9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 title="2025_07-16_Lehigh-University-Logo_Full-Color-RGB_For-Digital (2).png"/>
          <p:cNvPicPr preferRelativeResize="0"/>
          <p:nvPr/>
        </p:nvPicPr>
        <p:blipFill rotWithShape="1">
          <a:blip r:embed="rId2">
            <a:alphaModFix/>
          </a:blip>
          <a:srcRect b="-1690" l="0" r="0" t="1690"/>
          <a:stretch/>
        </p:blipFill>
        <p:spPr>
          <a:xfrm>
            <a:off x="469325" y="468215"/>
            <a:ext cx="1881032" cy="40687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ctrTitle"/>
          </p:nvPr>
        </p:nvSpPr>
        <p:spPr>
          <a:xfrm>
            <a:off x="458000" y="1373600"/>
            <a:ext cx="3939600" cy="20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" name="Google Shape;51;p11"/>
          <p:cNvSpPr txBox="1"/>
          <p:nvPr>
            <p:ph idx="1" type="subTitle"/>
          </p:nvPr>
        </p:nvSpPr>
        <p:spPr>
          <a:xfrm>
            <a:off x="457200" y="3478525"/>
            <a:ext cx="3784200" cy="11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Inter SemiBold"/>
              <a:buNone/>
              <a:defRPr sz="2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2" name="Google Shape;52;p11"/>
          <p:cNvSpPr/>
          <p:nvPr>
            <p:ph idx="2" type="pic"/>
          </p:nvPr>
        </p:nvSpPr>
        <p:spPr>
          <a:xfrm>
            <a:off x="4801525" y="445025"/>
            <a:ext cx="3885300" cy="4209600"/>
          </a:xfrm>
          <a:prstGeom prst="roundRect">
            <a:avLst>
              <a:gd fmla="val 42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itle photo collage dark">
  <p:cSld name="CUSTOM_9_1_1_1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ctrTitle"/>
          </p:nvPr>
        </p:nvSpPr>
        <p:spPr>
          <a:xfrm>
            <a:off x="458700" y="268425"/>
            <a:ext cx="6108600" cy="18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5" name="Google Shape;55;p12"/>
          <p:cNvSpPr/>
          <p:nvPr>
            <p:ph idx="2" type="pic"/>
          </p:nvPr>
        </p:nvSpPr>
        <p:spPr>
          <a:xfrm>
            <a:off x="0" y="2424700"/>
            <a:ext cx="2456100" cy="14583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2"/>
          <p:cNvSpPr/>
          <p:nvPr>
            <p:ph idx="3" type="pic"/>
          </p:nvPr>
        </p:nvSpPr>
        <p:spPr>
          <a:xfrm>
            <a:off x="5556200" y="2467975"/>
            <a:ext cx="3587700" cy="24429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2"/>
          <p:cNvSpPr/>
          <p:nvPr>
            <p:ph idx="4" type="pic"/>
          </p:nvPr>
        </p:nvSpPr>
        <p:spPr>
          <a:xfrm>
            <a:off x="7077200" y="0"/>
            <a:ext cx="1634400" cy="15927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/>
          <p:nvPr>
            <p:ph idx="5" type="pic"/>
          </p:nvPr>
        </p:nvSpPr>
        <p:spPr>
          <a:xfrm>
            <a:off x="3963900" y="2949075"/>
            <a:ext cx="1726500" cy="1634400"/>
          </a:xfrm>
          <a:prstGeom prst="rect">
            <a:avLst/>
          </a:prstGeom>
          <a:noFill/>
          <a:ln>
            <a:noFill/>
          </a:ln>
        </p:spPr>
      </p:sp>
      <p:pic>
        <p:nvPicPr>
          <p:cNvPr id="59" name="Google Shape;59;p12" title="2025_07-16_Lehigh-University-Logo_Full-Color_KO-RGB_For-Digita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99" y="4322000"/>
            <a:ext cx="1977876" cy="41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. Title photo collage light">
  <p:cSld name="CUSTOM_9_1_1_1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1691075" y="445025"/>
            <a:ext cx="5001300" cy="14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62" name="Google Shape;62;p13"/>
          <p:cNvSpPr/>
          <p:nvPr>
            <p:ph idx="2" type="pic"/>
          </p:nvPr>
        </p:nvSpPr>
        <p:spPr>
          <a:xfrm>
            <a:off x="1037875" y="2093325"/>
            <a:ext cx="2916900" cy="18702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3"/>
          <p:cNvSpPr/>
          <p:nvPr>
            <p:ph idx="3" type="pic"/>
          </p:nvPr>
        </p:nvSpPr>
        <p:spPr>
          <a:xfrm>
            <a:off x="5099100" y="2700600"/>
            <a:ext cx="3587700" cy="24429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/>
          <p:nvPr>
            <p:ph idx="4" type="pic"/>
          </p:nvPr>
        </p:nvSpPr>
        <p:spPr>
          <a:xfrm>
            <a:off x="7023525" y="0"/>
            <a:ext cx="2120400" cy="24429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3"/>
          <p:cNvSpPr/>
          <p:nvPr>
            <p:ph idx="5" type="pic"/>
          </p:nvPr>
        </p:nvSpPr>
        <p:spPr>
          <a:xfrm>
            <a:off x="0" y="445025"/>
            <a:ext cx="1386900" cy="2105100"/>
          </a:xfrm>
          <a:prstGeom prst="rect">
            <a:avLst/>
          </a:prstGeom>
          <a:noFill/>
          <a:ln>
            <a:noFill/>
          </a:ln>
        </p:spPr>
      </p:sp>
      <p:pic>
        <p:nvPicPr>
          <p:cNvPr id="66" name="Google Shape;66;p13" title="2025_07-16_Lehigh-University-Logo_Full-Color-RGB_For-Digita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3800" y="4343400"/>
            <a:ext cx="1977876" cy="42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. Title full image">
  <p:cSld name="CUSTOM_9_1_1_1_1_1"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030150" y="4543025"/>
            <a:ext cx="3083700" cy="3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4964175" y="340575"/>
            <a:ext cx="1960800" cy="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4"/>
          <p:cNvSpPr/>
          <p:nvPr>
            <p:ph idx="2" type="pic"/>
          </p:nvPr>
        </p:nvSpPr>
        <p:spPr>
          <a:xfrm>
            <a:off x="0" y="0"/>
            <a:ext cx="9144000" cy="4343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4"/>
          <p:cNvSpPr txBox="1"/>
          <p:nvPr>
            <p:ph idx="3" type="subTitle"/>
          </p:nvPr>
        </p:nvSpPr>
        <p:spPr>
          <a:xfrm>
            <a:off x="6103175" y="4543075"/>
            <a:ext cx="2583600" cy="3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6985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2" name="Google Shape;72;p14" title="2025_07-16_Lehigh-University-Logo_Full-Color_KO-RGB_For-Digita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99" y="4509500"/>
            <a:ext cx="1977876" cy="41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List 1-column 6-blocks dark">
  <p:cSld name="CUSTOM_9_1_1_1_1_1_1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ctrTitle"/>
          </p:nvPr>
        </p:nvSpPr>
        <p:spPr>
          <a:xfrm>
            <a:off x="458000" y="1373600"/>
            <a:ext cx="3171600" cy="29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6584999" y="351250"/>
            <a:ext cx="20994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2" type="subTitle"/>
          </p:nvPr>
        </p:nvSpPr>
        <p:spPr>
          <a:xfrm>
            <a:off x="6584999" y="1064100"/>
            <a:ext cx="20994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7" name="Google Shape;77;p15"/>
          <p:cNvSpPr txBox="1"/>
          <p:nvPr>
            <p:ph idx="3" type="subTitle"/>
          </p:nvPr>
        </p:nvSpPr>
        <p:spPr>
          <a:xfrm>
            <a:off x="6584999" y="1776950"/>
            <a:ext cx="20994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4" type="subTitle"/>
          </p:nvPr>
        </p:nvSpPr>
        <p:spPr>
          <a:xfrm>
            <a:off x="6584999" y="2489800"/>
            <a:ext cx="20994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9" name="Google Shape;79;p15"/>
          <p:cNvSpPr txBox="1"/>
          <p:nvPr>
            <p:ph idx="5" type="subTitle"/>
          </p:nvPr>
        </p:nvSpPr>
        <p:spPr>
          <a:xfrm>
            <a:off x="6584999" y="3202650"/>
            <a:ext cx="20994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idx="6" type="subTitle"/>
          </p:nvPr>
        </p:nvSpPr>
        <p:spPr>
          <a:xfrm>
            <a:off x="6584999" y="3915500"/>
            <a:ext cx="20994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1" name="Google Shape;81;p15"/>
          <p:cNvSpPr txBox="1"/>
          <p:nvPr>
            <p:ph idx="7" type="subTitle"/>
          </p:nvPr>
        </p:nvSpPr>
        <p:spPr>
          <a:xfrm>
            <a:off x="4445400" y="351250"/>
            <a:ext cx="18663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Font typeface="Inter SemiBold"/>
              <a:buNone/>
              <a:defRPr sz="1400">
                <a:solidFill>
                  <a:srgbClr val="66B0FF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9pPr>
          </a:lstStyle>
          <a:p/>
        </p:txBody>
      </p:sp>
      <p:sp>
        <p:nvSpPr>
          <p:cNvPr id="82" name="Google Shape;82;p15"/>
          <p:cNvSpPr txBox="1"/>
          <p:nvPr>
            <p:ph idx="8" type="subTitle"/>
          </p:nvPr>
        </p:nvSpPr>
        <p:spPr>
          <a:xfrm>
            <a:off x="4445400" y="1064100"/>
            <a:ext cx="18663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Font typeface="Inter SemiBold"/>
              <a:buNone/>
              <a:defRPr sz="1400">
                <a:solidFill>
                  <a:srgbClr val="66B0FF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9pPr>
          </a:lstStyle>
          <a:p/>
        </p:txBody>
      </p:sp>
      <p:sp>
        <p:nvSpPr>
          <p:cNvPr id="83" name="Google Shape;83;p15"/>
          <p:cNvSpPr txBox="1"/>
          <p:nvPr>
            <p:ph idx="9" type="subTitle"/>
          </p:nvPr>
        </p:nvSpPr>
        <p:spPr>
          <a:xfrm>
            <a:off x="4445400" y="1776950"/>
            <a:ext cx="18663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Font typeface="Inter SemiBold"/>
              <a:buNone/>
              <a:defRPr sz="1400">
                <a:solidFill>
                  <a:srgbClr val="66B0FF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9pPr>
          </a:lstStyle>
          <a:p/>
        </p:txBody>
      </p:sp>
      <p:sp>
        <p:nvSpPr>
          <p:cNvPr id="84" name="Google Shape;84;p15"/>
          <p:cNvSpPr txBox="1"/>
          <p:nvPr>
            <p:ph idx="13" type="subTitle"/>
          </p:nvPr>
        </p:nvSpPr>
        <p:spPr>
          <a:xfrm>
            <a:off x="4445400" y="2489800"/>
            <a:ext cx="18663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Font typeface="Inter SemiBold"/>
              <a:buNone/>
              <a:defRPr sz="1400">
                <a:solidFill>
                  <a:srgbClr val="66B0FF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9pPr>
          </a:lstStyle>
          <a:p/>
        </p:txBody>
      </p:sp>
      <p:sp>
        <p:nvSpPr>
          <p:cNvPr id="85" name="Google Shape;85;p15"/>
          <p:cNvSpPr txBox="1"/>
          <p:nvPr>
            <p:ph idx="14" type="subTitle"/>
          </p:nvPr>
        </p:nvSpPr>
        <p:spPr>
          <a:xfrm>
            <a:off x="4445400" y="3202650"/>
            <a:ext cx="18663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Font typeface="Inter SemiBold"/>
              <a:buNone/>
              <a:defRPr sz="1400">
                <a:solidFill>
                  <a:srgbClr val="66B0FF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9pPr>
          </a:lstStyle>
          <a:p/>
        </p:txBody>
      </p:sp>
      <p:sp>
        <p:nvSpPr>
          <p:cNvPr id="86" name="Google Shape;86;p15"/>
          <p:cNvSpPr txBox="1"/>
          <p:nvPr>
            <p:ph idx="15" type="subTitle"/>
          </p:nvPr>
        </p:nvSpPr>
        <p:spPr>
          <a:xfrm>
            <a:off x="4445400" y="3915500"/>
            <a:ext cx="18663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Font typeface="Inter SemiBold"/>
              <a:buNone/>
              <a:defRPr sz="1400">
                <a:solidFill>
                  <a:srgbClr val="66B0FF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400"/>
              <a:buNone/>
              <a:defRPr sz="1400">
                <a:solidFill>
                  <a:srgbClr val="66B0FF"/>
                </a:solidFill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16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8" name="Google Shape;88;p15" title="2025_08-27_Lehigh-University-Logo_KO-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83095" y="4602593"/>
            <a:ext cx="206699" cy="2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. List 1-column 6-blocks light">
  <p:cSld name="CUSTOM_9_1_1_1_1_1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ctrTitle"/>
          </p:nvPr>
        </p:nvSpPr>
        <p:spPr>
          <a:xfrm>
            <a:off x="458000" y="445025"/>
            <a:ext cx="3171600" cy="389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100"/>
              <a:buFont typeface="Instrument Serif"/>
              <a:buNone/>
              <a:defRPr b="0" sz="61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1" name="Google Shape;91;p16"/>
          <p:cNvSpPr txBox="1"/>
          <p:nvPr>
            <p:ph idx="1" type="subTitle"/>
          </p:nvPr>
        </p:nvSpPr>
        <p:spPr>
          <a:xfrm>
            <a:off x="4445400" y="351250"/>
            <a:ext cx="18663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2" type="subTitle"/>
          </p:nvPr>
        </p:nvSpPr>
        <p:spPr>
          <a:xfrm>
            <a:off x="6584999" y="351250"/>
            <a:ext cx="20994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3" type="subTitle"/>
          </p:nvPr>
        </p:nvSpPr>
        <p:spPr>
          <a:xfrm>
            <a:off x="4445400" y="1064100"/>
            <a:ext cx="18663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4" type="subTitle"/>
          </p:nvPr>
        </p:nvSpPr>
        <p:spPr>
          <a:xfrm>
            <a:off x="6584999" y="1064100"/>
            <a:ext cx="20994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6"/>
          <p:cNvSpPr txBox="1"/>
          <p:nvPr>
            <p:ph idx="5" type="subTitle"/>
          </p:nvPr>
        </p:nvSpPr>
        <p:spPr>
          <a:xfrm>
            <a:off x="4445400" y="1776950"/>
            <a:ext cx="18663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9pPr>
          </a:lstStyle>
          <a:p/>
        </p:txBody>
      </p:sp>
      <p:sp>
        <p:nvSpPr>
          <p:cNvPr id="96" name="Google Shape;96;p16"/>
          <p:cNvSpPr txBox="1"/>
          <p:nvPr>
            <p:ph idx="6" type="subTitle"/>
          </p:nvPr>
        </p:nvSpPr>
        <p:spPr>
          <a:xfrm>
            <a:off x="6584999" y="1776950"/>
            <a:ext cx="20994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7" type="subTitle"/>
          </p:nvPr>
        </p:nvSpPr>
        <p:spPr>
          <a:xfrm>
            <a:off x="4445400" y="2489800"/>
            <a:ext cx="18663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8" type="subTitle"/>
          </p:nvPr>
        </p:nvSpPr>
        <p:spPr>
          <a:xfrm>
            <a:off x="6584999" y="2489800"/>
            <a:ext cx="20994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9" type="subTitle"/>
          </p:nvPr>
        </p:nvSpPr>
        <p:spPr>
          <a:xfrm>
            <a:off x="4445400" y="3202650"/>
            <a:ext cx="18663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9pPr>
          </a:lstStyle>
          <a:p/>
        </p:txBody>
      </p:sp>
      <p:sp>
        <p:nvSpPr>
          <p:cNvPr id="100" name="Google Shape;100;p16"/>
          <p:cNvSpPr txBox="1"/>
          <p:nvPr>
            <p:ph idx="13" type="subTitle"/>
          </p:nvPr>
        </p:nvSpPr>
        <p:spPr>
          <a:xfrm>
            <a:off x="6584999" y="3202650"/>
            <a:ext cx="20994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6"/>
          <p:cNvSpPr txBox="1"/>
          <p:nvPr>
            <p:ph idx="14" type="subTitle"/>
          </p:nvPr>
        </p:nvSpPr>
        <p:spPr>
          <a:xfrm>
            <a:off x="4445400" y="3915500"/>
            <a:ext cx="18663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9pPr>
          </a:lstStyle>
          <a:p/>
        </p:txBody>
      </p:sp>
      <p:sp>
        <p:nvSpPr>
          <p:cNvPr id="102" name="Google Shape;102;p16"/>
          <p:cNvSpPr txBox="1"/>
          <p:nvPr>
            <p:ph idx="15" type="subTitle"/>
          </p:nvPr>
        </p:nvSpPr>
        <p:spPr>
          <a:xfrm>
            <a:off x="6584999" y="3915500"/>
            <a:ext cx="20994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03" name="Google Shape;103;p16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 txBox="1"/>
          <p:nvPr>
            <p:ph idx="16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. List 2-column 4-blocks dark">
  <p:cSld name="CUSTOM_9_1_1_1_1_1_1_1_1"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ctrTitle"/>
          </p:nvPr>
        </p:nvSpPr>
        <p:spPr>
          <a:xfrm>
            <a:off x="1638950" y="445025"/>
            <a:ext cx="7092300" cy="11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7" name="Google Shape;107;p17"/>
          <p:cNvSpPr txBox="1"/>
          <p:nvPr>
            <p:ph idx="1" type="subTitle"/>
          </p:nvPr>
        </p:nvSpPr>
        <p:spPr>
          <a:xfrm>
            <a:off x="1638950" y="2401550"/>
            <a:ext cx="33717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2" type="subTitle"/>
          </p:nvPr>
        </p:nvSpPr>
        <p:spPr>
          <a:xfrm>
            <a:off x="1638950" y="1801175"/>
            <a:ext cx="3371700" cy="55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Font typeface="Inter SemiBold"/>
              <a:buNone/>
              <a:defRPr sz="1700">
                <a:solidFill>
                  <a:srgbClr val="66B0FF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9pPr>
          </a:lstStyle>
          <a:p/>
        </p:txBody>
      </p:sp>
      <p:pic>
        <p:nvPicPr>
          <p:cNvPr id="109" name="Google Shape;109;p17" title="Arrow_01_white.png"/>
          <p:cNvPicPr preferRelativeResize="0"/>
          <p:nvPr/>
        </p:nvPicPr>
        <p:blipFill rotWithShape="1">
          <a:blip r:embed="rId2">
            <a:alphaModFix/>
          </a:blip>
          <a:srcRect b="3809" l="-6185" r="-4057" t="0"/>
          <a:stretch/>
        </p:blipFill>
        <p:spPr>
          <a:xfrm rot="5400000">
            <a:off x="75138" y="100161"/>
            <a:ext cx="1039699" cy="1841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/>
          <p:nvPr>
            <p:ph idx="3" type="subTitle"/>
          </p:nvPr>
        </p:nvSpPr>
        <p:spPr>
          <a:xfrm>
            <a:off x="5450650" y="2401550"/>
            <a:ext cx="32361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4" type="subTitle"/>
          </p:nvPr>
        </p:nvSpPr>
        <p:spPr>
          <a:xfrm>
            <a:off x="5450650" y="1801175"/>
            <a:ext cx="3236100" cy="55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Font typeface="Inter SemiBold"/>
              <a:buNone/>
              <a:defRPr sz="1700">
                <a:solidFill>
                  <a:srgbClr val="66B0FF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9pPr>
          </a:lstStyle>
          <a:p/>
        </p:txBody>
      </p:sp>
      <p:sp>
        <p:nvSpPr>
          <p:cNvPr id="112" name="Google Shape;112;p17"/>
          <p:cNvSpPr txBox="1"/>
          <p:nvPr>
            <p:ph idx="5" type="subTitle"/>
          </p:nvPr>
        </p:nvSpPr>
        <p:spPr>
          <a:xfrm>
            <a:off x="1638950" y="3654000"/>
            <a:ext cx="33717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3" name="Google Shape;113;p17"/>
          <p:cNvSpPr txBox="1"/>
          <p:nvPr>
            <p:ph idx="6" type="subTitle"/>
          </p:nvPr>
        </p:nvSpPr>
        <p:spPr>
          <a:xfrm>
            <a:off x="1638950" y="3053625"/>
            <a:ext cx="3371700" cy="55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Font typeface="Inter SemiBold"/>
              <a:buNone/>
              <a:defRPr sz="1700">
                <a:solidFill>
                  <a:srgbClr val="66B0FF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7" type="subTitle"/>
          </p:nvPr>
        </p:nvSpPr>
        <p:spPr>
          <a:xfrm>
            <a:off x="5450650" y="3654000"/>
            <a:ext cx="32361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5" name="Google Shape;115;p17"/>
          <p:cNvSpPr txBox="1"/>
          <p:nvPr>
            <p:ph idx="8" type="subTitle"/>
          </p:nvPr>
        </p:nvSpPr>
        <p:spPr>
          <a:xfrm>
            <a:off x="5450650" y="3053625"/>
            <a:ext cx="3236100" cy="55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Font typeface="Inter SemiBold"/>
              <a:buNone/>
              <a:defRPr sz="1700">
                <a:solidFill>
                  <a:srgbClr val="66B0FF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0FF"/>
              </a:buClr>
              <a:buSzPts val="1700"/>
              <a:buNone/>
              <a:defRPr sz="1700">
                <a:solidFill>
                  <a:srgbClr val="66B0FF"/>
                </a:solidFill>
              </a:defRPr>
            </a:lvl9pPr>
          </a:lstStyle>
          <a:p/>
        </p:txBody>
      </p:sp>
      <p:sp>
        <p:nvSpPr>
          <p:cNvPr id="116" name="Google Shape;116;p17"/>
          <p:cNvSpPr txBox="1"/>
          <p:nvPr>
            <p:ph idx="9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17" name="Google Shape;117;p17" title="2025_08-27_Lehigh-University-Logo_KO-RG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3095" y="4602593"/>
            <a:ext cx="206699" cy="2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. List 2-column 6-blocks dark">
  <p:cSld name="CUSTOM_9_1_1_1_1_1_1_1_1_4">
    <p:bg>
      <p:bgPr>
        <a:solidFill>
          <a:schemeClr val="dk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idx="1" type="subTitle"/>
          </p:nvPr>
        </p:nvSpPr>
        <p:spPr>
          <a:xfrm>
            <a:off x="457200" y="1508800"/>
            <a:ext cx="2844000" cy="5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cxnSp>
        <p:nvCxnSpPr>
          <p:cNvPr id="120" name="Google Shape;120;p18"/>
          <p:cNvCxnSpPr/>
          <p:nvPr/>
        </p:nvCxnSpPr>
        <p:spPr>
          <a:xfrm>
            <a:off x="457200" y="2348168"/>
            <a:ext cx="3850500" cy="0"/>
          </a:xfrm>
          <a:prstGeom prst="straightConnector1">
            <a:avLst/>
          </a:prstGeom>
          <a:noFill/>
          <a:ln cap="flat" cmpd="sng" w="9525">
            <a:solidFill>
              <a:srgbClr val="66B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8"/>
          <p:cNvSpPr txBox="1"/>
          <p:nvPr>
            <p:ph idx="2" type="subTitle"/>
          </p:nvPr>
        </p:nvSpPr>
        <p:spPr>
          <a:xfrm>
            <a:off x="457200" y="2664650"/>
            <a:ext cx="2844000" cy="5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cxnSp>
        <p:nvCxnSpPr>
          <p:cNvPr id="122" name="Google Shape;122;p18"/>
          <p:cNvCxnSpPr/>
          <p:nvPr/>
        </p:nvCxnSpPr>
        <p:spPr>
          <a:xfrm>
            <a:off x="457200" y="3504018"/>
            <a:ext cx="3850500" cy="0"/>
          </a:xfrm>
          <a:prstGeom prst="straightConnector1">
            <a:avLst/>
          </a:prstGeom>
          <a:noFill/>
          <a:ln cap="flat" cmpd="sng" w="9525">
            <a:solidFill>
              <a:srgbClr val="66B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8"/>
          <p:cNvSpPr txBox="1"/>
          <p:nvPr>
            <p:ph idx="3" type="subTitle"/>
          </p:nvPr>
        </p:nvSpPr>
        <p:spPr>
          <a:xfrm>
            <a:off x="457200" y="3766800"/>
            <a:ext cx="2844000" cy="5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idx="4" type="subTitle"/>
          </p:nvPr>
        </p:nvSpPr>
        <p:spPr>
          <a:xfrm>
            <a:off x="4836300" y="1508800"/>
            <a:ext cx="2844000" cy="5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cxnSp>
        <p:nvCxnSpPr>
          <p:cNvPr id="125" name="Google Shape;125;p18"/>
          <p:cNvCxnSpPr/>
          <p:nvPr/>
        </p:nvCxnSpPr>
        <p:spPr>
          <a:xfrm>
            <a:off x="4836300" y="2348168"/>
            <a:ext cx="3850500" cy="0"/>
          </a:xfrm>
          <a:prstGeom prst="straightConnector1">
            <a:avLst/>
          </a:prstGeom>
          <a:noFill/>
          <a:ln cap="flat" cmpd="sng" w="9525">
            <a:solidFill>
              <a:srgbClr val="66B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8"/>
          <p:cNvSpPr txBox="1"/>
          <p:nvPr>
            <p:ph idx="5" type="subTitle"/>
          </p:nvPr>
        </p:nvSpPr>
        <p:spPr>
          <a:xfrm>
            <a:off x="4836300" y="2664650"/>
            <a:ext cx="2844000" cy="5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cxnSp>
        <p:nvCxnSpPr>
          <p:cNvPr id="127" name="Google Shape;127;p18"/>
          <p:cNvCxnSpPr/>
          <p:nvPr/>
        </p:nvCxnSpPr>
        <p:spPr>
          <a:xfrm>
            <a:off x="4836300" y="3504018"/>
            <a:ext cx="3850500" cy="0"/>
          </a:xfrm>
          <a:prstGeom prst="straightConnector1">
            <a:avLst/>
          </a:prstGeom>
          <a:noFill/>
          <a:ln cap="flat" cmpd="sng" w="9525">
            <a:solidFill>
              <a:srgbClr val="66B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8"/>
          <p:cNvSpPr txBox="1"/>
          <p:nvPr>
            <p:ph idx="6" type="subTitle"/>
          </p:nvPr>
        </p:nvSpPr>
        <p:spPr>
          <a:xfrm>
            <a:off x="4836300" y="3766800"/>
            <a:ext cx="2844000" cy="5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None/>
              <a:defRPr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9" name="Google Shape;129;p18"/>
          <p:cNvSpPr txBox="1"/>
          <p:nvPr>
            <p:ph type="title"/>
          </p:nvPr>
        </p:nvSpPr>
        <p:spPr>
          <a:xfrm>
            <a:off x="457200" y="445025"/>
            <a:ext cx="7030200" cy="4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Inter"/>
              <a:buNone/>
              <a:defRPr b="1" sz="20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0" name="Google Shape;130;p18"/>
          <p:cNvSpPr txBox="1"/>
          <p:nvPr>
            <p:ph idx="7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1" name="Google Shape;131;p18" title="2025_08-27_Lehigh-University-Logo_KO-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83095" y="4602593"/>
            <a:ext cx="206699" cy="2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. List 3-column 9-blocks light">
  <p:cSld name="CUSTOM_9_1_1_1_1_1_1_1_1_4_1"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idx="1" type="subTitle"/>
          </p:nvPr>
        </p:nvSpPr>
        <p:spPr>
          <a:xfrm>
            <a:off x="457200" y="1660950"/>
            <a:ext cx="2526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2" type="subTitle"/>
          </p:nvPr>
        </p:nvSpPr>
        <p:spPr>
          <a:xfrm>
            <a:off x="457200" y="1332525"/>
            <a:ext cx="2526900" cy="3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3" type="subTitle"/>
          </p:nvPr>
        </p:nvSpPr>
        <p:spPr>
          <a:xfrm>
            <a:off x="3314025" y="1660950"/>
            <a:ext cx="2526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4" type="subTitle"/>
          </p:nvPr>
        </p:nvSpPr>
        <p:spPr>
          <a:xfrm>
            <a:off x="3314025" y="1332525"/>
            <a:ext cx="2526900" cy="3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5" type="subTitle"/>
          </p:nvPr>
        </p:nvSpPr>
        <p:spPr>
          <a:xfrm>
            <a:off x="6170850" y="1660950"/>
            <a:ext cx="2526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6" type="subTitle"/>
          </p:nvPr>
        </p:nvSpPr>
        <p:spPr>
          <a:xfrm>
            <a:off x="6170850" y="1332525"/>
            <a:ext cx="2526900" cy="3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9pPr>
          </a:lstStyle>
          <a:p/>
        </p:txBody>
      </p:sp>
      <p:sp>
        <p:nvSpPr>
          <p:cNvPr id="139" name="Google Shape;139;p19"/>
          <p:cNvSpPr txBox="1"/>
          <p:nvPr>
            <p:ph idx="7" type="subTitle"/>
          </p:nvPr>
        </p:nvSpPr>
        <p:spPr>
          <a:xfrm>
            <a:off x="451725" y="2721375"/>
            <a:ext cx="2526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8" type="subTitle"/>
          </p:nvPr>
        </p:nvSpPr>
        <p:spPr>
          <a:xfrm>
            <a:off x="451725" y="2392950"/>
            <a:ext cx="2526900" cy="3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9pPr>
          </a:lstStyle>
          <a:p/>
        </p:txBody>
      </p:sp>
      <p:sp>
        <p:nvSpPr>
          <p:cNvPr id="141" name="Google Shape;141;p19"/>
          <p:cNvSpPr txBox="1"/>
          <p:nvPr>
            <p:ph idx="9" type="subTitle"/>
          </p:nvPr>
        </p:nvSpPr>
        <p:spPr>
          <a:xfrm>
            <a:off x="3308550" y="2721375"/>
            <a:ext cx="2526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9"/>
          <p:cNvSpPr txBox="1"/>
          <p:nvPr>
            <p:ph idx="13" type="subTitle"/>
          </p:nvPr>
        </p:nvSpPr>
        <p:spPr>
          <a:xfrm>
            <a:off x="3308550" y="2392950"/>
            <a:ext cx="2526900" cy="3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9pPr>
          </a:lstStyle>
          <a:p/>
        </p:txBody>
      </p:sp>
      <p:sp>
        <p:nvSpPr>
          <p:cNvPr id="143" name="Google Shape;143;p19"/>
          <p:cNvSpPr txBox="1"/>
          <p:nvPr>
            <p:ph idx="14" type="subTitle"/>
          </p:nvPr>
        </p:nvSpPr>
        <p:spPr>
          <a:xfrm>
            <a:off x="6165375" y="2721375"/>
            <a:ext cx="2526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9"/>
          <p:cNvSpPr txBox="1"/>
          <p:nvPr>
            <p:ph idx="15" type="subTitle"/>
          </p:nvPr>
        </p:nvSpPr>
        <p:spPr>
          <a:xfrm>
            <a:off x="6165375" y="2392950"/>
            <a:ext cx="2526900" cy="3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9pPr>
          </a:lstStyle>
          <a:p/>
        </p:txBody>
      </p:sp>
      <p:sp>
        <p:nvSpPr>
          <p:cNvPr id="145" name="Google Shape;145;p19"/>
          <p:cNvSpPr txBox="1"/>
          <p:nvPr>
            <p:ph idx="16" type="subTitle"/>
          </p:nvPr>
        </p:nvSpPr>
        <p:spPr>
          <a:xfrm>
            <a:off x="451725" y="3781800"/>
            <a:ext cx="2526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9"/>
          <p:cNvSpPr txBox="1"/>
          <p:nvPr>
            <p:ph idx="17" type="subTitle"/>
          </p:nvPr>
        </p:nvSpPr>
        <p:spPr>
          <a:xfrm>
            <a:off x="451725" y="3453375"/>
            <a:ext cx="2526900" cy="3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18" type="subTitle"/>
          </p:nvPr>
        </p:nvSpPr>
        <p:spPr>
          <a:xfrm>
            <a:off x="3308550" y="3781800"/>
            <a:ext cx="2526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19" type="subTitle"/>
          </p:nvPr>
        </p:nvSpPr>
        <p:spPr>
          <a:xfrm>
            <a:off x="3308550" y="3453375"/>
            <a:ext cx="2526900" cy="3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20" type="subTitle"/>
          </p:nvPr>
        </p:nvSpPr>
        <p:spPr>
          <a:xfrm>
            <a:off x="6165375" y="3781800"/>
            <a:ext cx="2526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9"/>
          <p:cNvSpPr txBox="1"/>
          <p:nvPr>
            <p:ph idx="21" type="subTitle"/>
          </p:nvPr>
        </p:nvSpPr>
        <p:spPr>
          <a:xfrm>
            <a:off x="6165375" y="3453375"/>
            <a:ext cx="2526900" cy="3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None/>
              <a:defRPr sz="1400">
                <a:solidFill>
                  <a:srgbClr val="5E74EE"/>
                </a:solidFill>
              </a:defRPr>
            </a:lvl9pPr>
          </a:lstStyle>
          <a:p/>
        </p:txBody>
      </p:sp>
      <p:cxnSp>
        <p:nvCxnSpPr>
          <p:cNvPr id="151" name="Google Shape;151;p19"/>
          <p:cNvCxnSpPr/>
          <p:nvPr/>
        </p:nvCxnSpPr>
        <p:spPr>
          <a:xfrm>
            <a:off x="568150" y="857400"/>
            <a:ext cx="8036100" cy="0"/>
          </a:xfrm>
          <a:prstGeom prst="straightConnector1">
            <a:avLst/>
          </a:prstGeom>
          <a:noFill/>
          <a:ln cap="flat" cmpd="sng" w="9525">
            <a:solidFill>
              <a:srgbClr val="5E74E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19"/>
          <p:cNvSpPr txBox="1"/>
          <p:nvPr>
            <p:ph type="title"/>
          </p:nvPr>
        </p:nvSpPr>
        <p:spPr>
          <a:xfrm>
            <a:off x="457200" y="325025"/>
            <a:ext cx="70302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b="1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53" name="Google Shape;153;p19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>
            <p:ph idx="22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. List 4-column 4-blocks light">
  <p:cSld name="CUSTOM_9_1_1_1_1_1_1_1_1_4_1_1">
    <p:bg>
      <p:bgPr>
        <a:solidFill>
          <a:schemeClr val="lt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idx="1" type="subTitle"/>
          </p:nvPr>
        </p:nvSpPr>
        <p:spPr>
          <a:xfrm>
            <a:off x="451725" y="2573900"/>
            <a:ext cx="17550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b="1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2" type="subTitle"/>
          </p:nvPr>
        </p:nvSpPr>
        <p:spPr>
          <a:xfrm>
            <a:off x="451725" y="3196575"/>
            <a:ext cx="1755000" cy="10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3" type="subTitle"/>
          </p:nvPr>
        </p:nvSpPr>
        <p:spPr>
          <a:xfrm>
            <a:off x="2579538" y="2573900"/>
            <a:ext cx="17550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b="1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0"/>
          <p:cNvSpPr txBox="1"/>
          <p:nvPr>
            <p:ph idx="4" type="subTitle"/>
          </p:nvPr>
        </p:nvSpPr>
        <p:spPr>
          <a:xfrm>
            <a:off x="2579538" y="3196575"/>
            <a:ext cx="1755000" cy="10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5" type="subTitle"/>
          </p:nvPr>
        </p:nvSpPr>
        <p:spPr>
          <a:xfrm>
            <a:off x="4707338" y="2573900"/>
            <a:ext cx="17550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b="1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6" type="subTitle"/>
          </p:nvPr>
        </p:nvSpPr>
        <p:spPr>
          <a:xfrm>
            <a:off x="4707338" y="3196575"/>
            <a:ext cx="1755000" cy="10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0"/>
          <p:cNvSpPr txBox="1"/>
          <p:nvPr>
            <p:ph idx="7" type="subTitle"/>
          </p:nvPr>
        </p:nvSpPr>
        <p:spPr>
          <a:xfrm>
            <a:off x="6796250" y="2573900"/>
            <a:ext cx="17550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b="1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8" type="subTitle"/>
          </p:nvPr>
        </p:nvSpPr>
        <p:spPr>
          <a:xfrm>
            <a:off x="6796250" y="3196575"/>
            <a:ext cx="1755000" cy="10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20"/>
          <p:cNvSpPr txBox="1"/>
          <p:nvPr>
            <p:ph type="ctrTitle"/>
          </p:nvPr>
        </p:nvSpPr>
        <p:spPr>
          <a:xfrm>
            <a:off x="2579550" y="1655525"/>
            <a:ext cx="1098300" cy="8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600"/>
              <a:buFont typeface="Instrument Serif"/>
              <a:buNone/>
              <a:defRPr b="0" sz="76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165" name="Google Shape;165;p20"/>
          <p:cNvSpPr txBox="1"/>
          <p:nvPr>
            <p:ph idx="9" type="ctrTitle"/>
          </p:nvPr>
        </p:nvSpPr>
        <p:spPr>
          <a:xfrm>
            <a:off x="4707338" y="1655525"/>
            <a:ext cx="1098300" cy="8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600"/>
              <a:buFont typeface="Instrument Serif"/>
              <a:buNone/>
              <a:defRPr b="0" sz="76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3" type="ctrTitle"/>
          </p:nvPr>
        </p:nvSpPr>
        <p:spPr>
          <a:xfrm>
            <a:off x="6796250" y="1655525"/>
            <a:ext cx="1098300" cy="8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600"/>
              <a:buFont typeface="Instrument Serif"/>
              <a:buNone/>
              <a:defRPr b="0" sz="76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167" name="Google Shape;167;p20"/>
          <p:cNvSpPr txBox="1"/>
          <p:nvPr>
            <p:ph idx="14" type="ctrTitle"/>
          </p:nvPr>
        </p:nvSpPr>
        <p:spPr>
          <a:xfrm>
            <a:off x="451725" y="1655525"/>
            <a:ext cx="1098300" cy="8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600"/>
              <a:buFont typeface="Instrument Serif"/>
              <a:buNone/>
              <a:defRPr b="0" sz="76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Instrument Serif"/>
              <a:buNone/>
              <a:defRPr sz="30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pic>
        <p:nvPicPr>
          <p:cNvPr id="168" name="Google Shape;168;p20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>
            <p:ph idx="15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70" name="Google Shape;170;p20"/>
          <p:cNvCxnSpPr/>
          <p:nvPr/>
        </p:nvCxnSpPr>
        <p:spPr>
          <a:xfrm>
            <a:off x="568150" y="857400"/>
            <a:ext cx="8036100" cy="0"/>
          </a:xfrm>
          <a:prstGeom prst="straightConnector1">
            <a:avLst/>
          </a:prstGeom>
          <a:noFill/>
          <a:ln cap="flat" cmpd="sng" w="9525">
            <a:solidFill>
              <a:srgbClr val="5E74E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0"/>
          <p:cNvSpPr txBox="1"/>
          <p:nvPr>
            <p:ph idx="16" type="title"/>
          </p:nvPr>
        </p:nvSpPr>
        <p:spPr>
          <a:xfrm>
            <a:off x="457200" y="325025"/>
            <a:ext cx="70302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b="1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. List 3-column 3-blocks light">
  <p:cSld name="CUSTOM_9_1_1_1_1_1_1_1_1_4_1_1_1"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451725" y="1858900"/>
            <a:ext cx="2426400" cy="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1"/>
          <p:cNvSpPr/>
          <p:nvPr/>
        </p:nvSpPr>
        <p:spPr>
          <a:xfrm>
            <a:off x="457200" y="1448725"/>
            <a:ext cx="1789500" cy="271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5E7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" name="Google Shape;175;p21"/>
          <p:cNvSpPr txBox="1"/>
          <p:nvPr>
            <p:ph idx="2" type="subTitle"/>
          </p:nvPr>
        </p:nvSpPr>
        <p:spPr>
          <a:xfrm>
            <a:off x="558700" y="1514725"/>
            <a:ext cx="1564500" cy="1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900"/>
              <a:buFont typeface="Inter SemiBold"/>
              <a:buNone/>
              <a:defRPr sz="9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1"/>
          <p:cNvSpPr txBox="1"/>
          <p:nvPr>
            <p:ph idx="3" type="subTitle"/>
          </p:nvPr>
        </p:nvSpPr>
        <p:spPr>
          <a:xfrm>
            <a:off x="451725" y="2725450"/>
            <a:ext cx="2426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 Light"/>
              <a:buNone/>
              <a:defRPr sz="13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21"/>
          <p:cNvSpPr txBox="1"/>
          <p:nvPr>
            <p:ph idx="4" type="subTitle"/>
          </p:nvPr>
        </p:nvSpPr>
        <p:spPr>
          <a:xfrm>
            <a:off x="3410325" y="1858900"/>
            <a:ext cx="2426400" cy="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21"/>
          <p:cNvSpPr txBox="1"/>
          <p:nvPr>
            <p:ph idx="5" type="subTitle"/>
          </p:nvPr>
        </p:nvSpPr>
        <p:spPr>
          <a:xfrm>
            <a:off x="3410325" y="2725450"/>
            <a:ext cx="2426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 Light"/>
              <a:buNone/>
              <a:defRPr sz="13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1"/>
          <p:cNvSpPr txBox="1"/>
          <p:nvPr>
            <p:ph idx="6" type="subTitle"/>
          </p:nvPr>
        </p:nvSpPr>
        <p:spPr>
          <a:xfrm>
            <a:off x="6260401" y="1858900"/>
            <a:ext cx="2426400" cy="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0" name="Google Shape;180;p21"/>
          <p:cNvSpPr txBox="1"/>
          <p:nvPr>
            <p:ph idx="7" type="subTitle"/>
          </p:nvPr>
        </p:nvSpPr>
        <p:spPr>
          <a:xfrm>
            <a:off x="6260400" y="2725450"/>
            <a:ext cx="2426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 Light"/>
              <a:buNone/>
              <a:defRPr sz="13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" name="Google Shape;181;p21"/>
          <p:cNvSpPr/>
          <p:nvPr/>
        </p:nvSpPr>
        <p:spPr>
          <a:xfrm>
            <a:off x="3410325" y="1448725"/>
            <a:ext cx="1789500" cy="271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5E7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21"/>
          <p:cNvSpPr txBox="1"/>
          <p:nvPr>
            <p:ph idx="8" type="subTitle"/>
          </p:nvPr>
        </p:nvSpPr>
        <p:spPr>
          <a:xfrm>
            <a:off x="3511825" y="1514725"/>
            <a:ext cx="1564500" cy="1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900"/>
              <a:buFont typeface="Inter SemiBold"/>
              <a:buNone/>
              <a:defRPr sz="9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21"/>
          <p:cNvSpPr/>
          <p:nvPr/>
        </p:nvSpPr>
        <p:spPr>
          <a:xfrm>
            <a:off x="6260400" y="1448725"/>
            <a:ext cx="1789500" cy="271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5E7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21"/>
          <p:cNvSpPr txBox="1"/>
          <p:nvPr>
            <p:ph idx="9" type="subTitle"/>
          </p:nvPr>
        </p:nvSpPr>
        <p:spPr>
          <a:xfrm>
            <a:off x="6361900" y="1514725"/>
            <a:ext cx="1564500" cy="1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900"/>
              <a:buFont typeface="Inter SemiBold"/>
              <a:buNone/>
              <a:defRPr sz="9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5" name="Google Shape;185;p21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>
            <p:ph idx="13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87" name="Google Shape;187;p21"/>
          <p:cNvCxnSpPr/>
          <p:nvPr/>
        </p:nvCxnSpPr>
        <p:spPr>
          <a:xfrm>
            <a:off x="568150" y="857400"/>
            <a:ext cx="8036100" cy="0"/>
          </a:xfrm>
          <a:prstGeom prst="straightConnector1">
            <a:avLst/>
          </a:prstGeom>
          <a:noFill/>
          <a:ln cap="flat" cmpd="sng" w="9525">
            <a:solidFill>
              <a:srgbClr val="5E74E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1"/>
          <p:cNvSpPr txBox="1"/>
          <p:nvPr>
            <p:ph type="title"/>
          </p:nvPr>
        </p:nvSpPr>
        <p:spPr>
          <a:xfrm>
            <a:off x="457200" y="325025"/>
            <a:ext cx="70302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b="1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. Section divider serif dark">
  <p:cSld name="CUSTOM_9_1_1_1_1_1_1_1_1_4_1_1_1_3">
    <p:bg>
      <p:bgPr>
        <a:solidFill>
          <a:schemeClr val="dk2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ctrTitle"/>
          </p:nvPr>
        </p:nvSpPr>
        <p:spPr>
          <a:xfrm>
            <a:off x="457200" y="738025"/>
            <a:ext cx="7422300" cy="24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400"/>
              <a:buFont typeface="Instrument Serif"/>
              <a:buNone/>
              <a:defRPr b="0" sz="8400">
                <a:solidFill>
                  <a:schemeClr val="l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1" name="Google Shape;191;p22"/>
          <p:cNvSpPr txBox="1"/>
          <p:nvPr>
            <p:ph idx="1" type="subTitle"/>
          </p:nvPr>
        </p:nvSpPr>
        <p:spPr>
          <a:xfrm>
            <a:off x="457200" y="3343213"/>
            <a:ext cx="4625100" cy="70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Inter ExtraBold"/>
              <a:buNone/>
              <a:defRPr sz="16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92" name="Google Shape;192;p22" title="White_Arrow.png"/>
          <p:cNvPicPr preferRelativeResize="0"/>
          <p:nvPr/>
        </p:nvPicPr>
        <p:blipFill rotWithShape="1">
          <a:blip r:embed="rId2">
            <a:alphaModFix/>
          </a:blip>
          <a:srcRect b="-23077" l="0" r="0" t="0"/>
          <a:stretch/>
        </p:blipFill>
        <p:spPr>
          <a:xfrm rot="5400000">
            <a:off x="6943988" y="2378139"/>
            <a:ext cx="1170375" cy="231524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>
            <p:ph idx="2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94" name="Google Shape;194;p22" title="2025_08-27_Lehigh-University-Logo_KO-RG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3095" y="4602593"/>
            <a:ext cx="206699" cy="2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. Section divider left justified light">
  <p:cSld name="CUSTOM_9_1_1_1_1_1_1_1_1_4_1_1_1_3_1">
    <p:bg>
      <p:bgPr>
        <a:solidFill>
          <a:schemeClr val="accent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type="ctrTitle"/>
          </p:nvPr>
        </p:nvSpPr>
        <p:spPr>
          <a:xfrm>
            <a:off x="458700" y="1266350"/>
            <a:ext cx="6741600" cy="197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7" name="Google Shape;197;p23"/>
          <p:cNvSpPr txBox="1"/>
          <p:nvPr>
            <p:ph idx="1" type="subTitle"/>
          </p:nvPr>
        </p:nvSpPr>
        <p:spPr>
          <a:xfrm>
            <a:off x="457200" y="3397000"/>
            <a:ext cx="6741600" cy="9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SemiBold"/>
              <a:buNone/>
              <a:defRPr sz="2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98" name="Google Shape;198;p23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>
            <p:ph idx="2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. Section divider photo collage light">
  <p:cSld name="CUSTOM_9_1_1_1_1_1_1_1_1_4_1_1_1_3_1_1">
    <p:bg>
      <p:bgPr>
        <a:solidFill>
          <a:schemeClr val="lt2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ctrTitle"/>
          </p:nvPr>
        </p:nvSpPr>
        <p:spPr>
          <a:xfrm>
            <a:off x="457200" y="445025"/>
            <a:ext cx="3735900" cy="23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2" name="Google Shape;202;p24"/>
          <p:cNvSpPr txBox="1"/>
          <p:nvPr>
            <p:ph idx="1" type="subTitle"/>
          </p:nvPr>
        </p:nvSpPr>
        <p:spPr>
          <a:xfrm>
            <a:off x="457200" y="2842550"/>
            <a:ext cx="2291100" cy="15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2000"/>
              <a:buNone/>
              <a:defRPr sz="2000">
                <a:solidFill>
                  <a:srgbClr val="5E74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2000"/>
              <a:buNone/>
              <a:defRPr sz="2000">
                <a:solidFill>
                  <a:srgbClr val="5E74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2000"/>
              <a:buNone/>
              <a:defRPr sz="2000">
                <a:solidFill>
                  <a:srgbClr val="5E74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2000"/>
              <a:buNone/>
              <a:defRPr sz="2000">
                <a:solidFill>
                  <a:srgbClr val="5E74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2000"/>
              <a:buNone/>
              <a:defRPr sz="2000">
                <a:solidFill>
                  <a:srgbClr val="5E74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2000"/>
              <a:buNone/>
              <a:defRPr sz="2000">
                <a:solidFill>
                  <a:srgbClr val="5E74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2000"/>
              <a:buNone/>
              <a:defRPr sz="2000">
                <a:solidFill>
                  <a:srgbClr val="5E74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2000"/>
              <a:buNone/>
              <a:defRPr sz="2000">
                <a:solidFill>
                  <a:srgbClr val="5E74EE"/>
                </a:solidFill>
              </a:defRPr>
            </a:lvl9pPr>
          </a:lstStyle>
          <a:p/>
        </p:txBody>
      </p:sp>
      <p:sp>
        <p:nvSpPr>
          <p:cNvPr id="203" name="Google Shape;203;p24"/>
          <p:cNvSpPr/>
          <p:nvPr>
            <p:ph idx="2" type="pic"/>
          </p:nvPr>
        </p:nvSpPr>
        <p:spPr>
          <a:xfrm>
            <a:off x="7790075" y="445025"/>
            <a:ext cx="1152000" cy="15009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4"/>
          <p:cNvSpPr/>
          <p:nvPr>
            <p:ph idx="3" type="pic"/>
          </p:nvPr>
        </p:nvSpPr>
        <p:spPr>
          <a:xfrm>
            <a:off x="5422350" y="3909600"/>
            <a:ext cx="2185800" cy="12339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24"/>
          <p:cNvSpPr/>
          <p:nvPr>
            <p:ph idx="4" type="pic"/>
          </p:nvPr>
        </p:nvSpPr>
        <p:spPr>
          <a:xfrm>
            <a:off x="4779125" y="0"/>
            <a:ext cx="3202800" cy="3519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24"/>
          <p:cNvSpPr/>
          <p:nvPr>
            <p:ph idx="5" type="pic"/>
          </p:nvPr>
        </p:nvSpPr>
        <p:spPr>
          <a:xfrm>
            <a:off x="3152425" y="2842550"/>
            <a:ext cx="1386900" cy="1745100"/>
          </a:xfrm>
          <a:prstGeom prst="rect">
            <a:avLst/>
          </a:prstGeom>
          <a:noFill/>
          <a:ln>
            <a:noFill/>
          </a:ln>
        </p:spPr>
      </p:sp>
      <p:pic>
        <p:nvPicPr>
          <p:cNvPr id="207" name="Google Shape;207;p24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>
            <p:ph idx="6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. Section divider half photo dark">
  <p:cSld name="CUSTOM_9_1_1_1_1_1_1_1_1_4_1_1_1_3_1_1_1">
    <p:bg>
      <p:bgPr>
        <a:solidFill>
          <a:schemeClr val="dk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5" title="2025_08-27_Lehigh-University-Logo_KO-RGB (2).png"/>
          <p:cNvPicPr preferRelativeResize="0"/>
          <p:nvPr/>
        </p:nvPicPr>
        <p:blipFill rotWithShape="1">
          <a:blip r:embed="rId2">
            <a:alphaModFix/>
          </a:blip>
          <a:srcRect b="-1306" l="-3627" r="-4645" t="-2321"/>
          <a:stretch/>
        </p:blipFill>
        <p:spPr>
          <a:xfrm>
            <a:off x="8551249" y="4587900"/>
            <a:ext cx="271100" cy="36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5" title="Sheild 4C.png"/>
          <p:cNvPicPr preferRelativeResize="0"/>
          <p:nvPr/>
        </p:nvPicPr>
        <p:blipFill rotWithShape="1">
          <a:blip r:embed="rId3">
            <a:alphaModFix/>
          </a:blip>
          <a:srcRect b="0" l="-2046" r="-2864" t="-1338"/>
          <a:stretch/>
        </p:blipFill>
        <p:spPr>
          <a:xfrm>
            <a:off x="8551250" y="4587900"/>
            <a:ext cx="271201" cy="36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 txBox="1"/>
          <p:nvPr>
            <p:ph type="ctrTitle"/>
          </p:nvPr>
        </p:nvSpPr>
        <p:spPr>
          <a:xfrm>
            <a:off x="458829" y="445025"/>
            <a:ext cx="3673500" cy="20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3" name="Google Shape;213;p25"/>
          <p:cNvSpPr txBox="1"/>
          <p:nvPr>
            <p:ph idx="1" type="subTitle"/>
          </p:nvPr>
        </p:nvSpPr>
        <p:spPr>
          <a:xfrm>
            <a:off x="457200" y="2527325"/>
            <a:ext cx="3673500" cy="18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Inter SemiBold"/>
              <a:buNone/>
              <a:defRPr sz="24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4" name="Google Shape;214;p25"/>
          <p:cNvSpPr/>
          <p:nvPr>
            <p:ph idx="2" type="pic"/>
          </p:nvPr>
        </p:nvSpPr>
        <p:spPr>
          <a:xfrm>
            <a:off x="4577100" y="3350"/>
            <a:ext cx="4566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25"/>
          <p:cNvSpPr txBox="1"/>
          <p:nvPr>
            <p:ph idx="3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6" name="Google Shape;216;p25" title="2025_08-27_Lehigh-University-Logo_KO-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83095" y="4602593"/>
            <a:ext cx="206699" cy="2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. Text basic">
  <p:cSld name="CUSTOM_9_1_1_1_1_1_1_1_1_4_1_1_1_3_1_1_1_1">
    <p:bg>
      <p:bgPr>
        <a:noFill/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457200" y="286800"/>
            <a:ext cx="74763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6"/>
          <p:cNvSpPr txBox="1"/>
          <p:nvPr>
            <p:ph idx="1" type="subTitle"/>
          </p:nvPr>
        </p:nvSpPr>
        <p:spPr>
          <a:xfrm>
            <a:off x="457200" y="775050"/>
            <a:ext cx="7476300" cy="2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0" name="Google Shape;220;p26"/>
          <p:cNvSpPr txBox="1"/>
          <p:nvPr>
            <p:ph idx="2" type="body"/>
          </p:nvPr>
        </p:nvSpPr>
        <p:spPr>
          <a:xfrm>
            <a:off x="457200" y="1597100"/>
            <a:ext cx="3762300" cy="27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221" name="Google Shape;221;p26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6"/>
          <p:cNvSpPr txBox="1"/>
          <p:nvPr>
            <p:ph idx="3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. Text 2-column">
  <p:cSld name="CUSTOM_9_1_1_1_1_1_1_1_1_4_1_1_1_3_1_1_1_1_1">
    <p:bg>
      <p:bgPr>
        <a:noFill/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idx="1" type="body"/>
          </p:nvPr>
        </p:nvSpPr>
        <p:spPr>
          <a:xfrm>
            <a:off x="457200" y="1597000"/>
            <a:ext cx="3921000" cy="27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5" name="Google Shape;225;p27"/>
          <p:cNvSpPr txBox="1"/>
          <p:nvPr>
            <p:ph idx="2" type="body"/>
          </p:nvPr>
        </p:nvSpPr>
        <p:spPr>
          <a:xfrm>
            <a:off x="4924500" y="1597000"/>
            <a:ext cx="3762300" cy="27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226" name="Google Shape;226;p27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7"/>
          <p:cNvSpPr txBox="1"/>
          <p:nvPr>
            <p:ph idx="3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" name="Google Shape;228;p27"/>
          <p:cNvSpPr txBox="1"/>
          <p:nvPr>
            <p:ph type="title"/>
          </p:nvPr>
        </p:nvSpPr>
        <p:spPr>
          <a:xfrm>
            <a:off x="457200" y="286800"/>
            <a:ext cx="74763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27"/>
          <p:cNvSpPr txBox="1"/>
          <p:nvPr>
            <p:ph idx="4" type="subTitle"/>
          </p:nvPr>
        </p:nvSpPr>
        <p:spPr>
          <a:xfrm>
            <a:off x="457200" y="775050"/>
            <a:ext cx="7476300" cy="2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. Text w/photo">
  <p:cSld name="CUSTOM_9_1_1_1_1_1_1_1_1_4_1_1_1_3_1_1_1_1_1_1">
    <p:bg>
      <p:bgPr>
        <a:noFill/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/>
          <p:nvPr>
            <p:ph idx="2" type="pic"/>
          </p:nvPr>
        </p:nvSpPr>
        <p:spPr>
          <a:xfrm>
            <a:off x="4556750" y="445025"/>
            <a:ext cx="4130100" cy="3898200"/>
          </a:xfrm>
          <a:prstGeom prst="rect">
            <a:avLst/>
          </a:prstGeom>
          <a:noFill/>
          <a:ln>
            <a:noFill/>
          </a:ln>
        </p:spPr>
      </p:sp>
      <p:pic>
        <p:nvPicPr>
          <p:cNvPr id="232" name="Google Shape;232;p28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8"/>
          <p:cNvSpPr txBox="1"/>
          <p:nvPr>
            <p:ph idx="1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4" name="Google Shape;234;p28"/>
          <p:cNvSpPr txBox="1"/>
          <p:nvPr>
            <p:ph type="title"/>
          </p:nvPr>
        </p:nvSpPr>
        <p:spPr>
          <a:xfrm>
            <a:off x="457200" y="286800"/>
            <a:ext cx="37314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28"/>
          <p:cNvSpPr txBox="1"/>
          <p:nvPr>
            <p:ph idx="3" type="subTitle"/>
          </p:nvPr>
        </p:nvSpPr>
        <p:spPr>
          <a:xfrm>
            <a:off x="457200" y="775050"/>
            <a:ext cx="3731400" cy="2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6" name="Google Shape;236;p28"/>
          <p:cNvSpPr txBox="1"/>
          <p:nvPr>
            <p:ph idx="4" type="body"/>
          </p:nvPr>
        </p:nvSpPr>
        <p:spPr>
          <a:xfrm>
            <a:off x="457200" y="1597000"/>
            <a:ext cx="3921000" cy="27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. Text 2-column varied">
  <p:cSld name="CUSTOM_9_1_1_1_1_1_1_1_1_4_1_1_1_3_1_1_1_1_1_1_1"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idx="1" type="subTitle"/>
          </p:nvPr>
        </p:nvSpPr>
        <p:spPr>
          <a:xfrm>
            <a:off x="457200" y="1585850"/>
            <a:ext cx="3636900" cy="27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Light"/>
              <a:buNone/>
              <a:defRPr sz="2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pic>
        <p:nvPicPr>
          <p:cNvPr id="239" name="Google Shape;239;p29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9"/>
          <p:cNvSpPr txBox="1"/>
          <p:nvPr>
            <p:ph idx="2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1" name="Google Shape;241;p29"/>
          <p:cNvSpPr txBox="1"/>
          <p:nvPr>
            <p:ph type="title"/>
          </p:nvPr>
        </p:nvSpPr>
        <p:spPr>
          <a:xfrm>
            <a:off x="457200" y="286800"/>
            <a:ext cx="74763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29"/>
          <p:cNvSpPr txBox="1"/>
          <p:nvPr>
            <p:ph idx="3" type="subTitle"/>
          </p:nvPr>
        </p:nvSpPr>
        <p:spPr>
          <a:xfrm>
            <a:off x="457200" y="775050"/>
            <a:ext cx="7476300" cy="2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3" name="Google Shape;243;p29"/>
          <p:cNvSpPr txBox="1"/>
          <p:nvPr>
            <p:ph idx="4" type="body"/>
          </p:nvPr>
        </p:nvSpPr>
        <p:spPr>
          <a:xfrm>
            <a:off x="4765800" y="1597000"/>
            <a:ext cx="3921000" cy="27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.Topics 3-rows">
  <p:cSld name="CUSTOM_9_1_1_1_1_1_1_1_1_4_1_1_1_3_1_1_1_1_1_1_1_1">
    <p:bg>
      <p:bgPr>
        <a:noFill/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>
            <p:ph idx="1" type="body"/>
          </p:nvPr>
        </p:nvSpPr>
        <p:spPr>
          <a:xfrm>
            <a:off x="5242050" y="567450"/>
            <a:ext cx="3444900" cy="9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■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302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302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302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■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302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302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302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■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cxnSp>
        <p:nvCxnSpPr>
          <p:cNvPr id="246" name="Google Shape;246;p30"/>
          <p:cNvCxnSpPr/>
          <p:nvPr/>
        </p:nvCxnSpPr>
        <p:spPr>
          <a:xfrm rot="10800000">
            <a:off x="452825" y="1736800"/>
            <a:ext cx="8234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7" name="Google Shape;247;p30" title="Asset 8@2x.png"/>
          <p:cNvPicPr preferRelativeResize="0"/>
          <p:nvPr/>
        </p:nvPicPr>
        <p:blipFill rotWithShape="1">
          <a:blip r:embed="rId2">
            <a:alphaModFix/>
          </a:blip>
          <a:srcRect b="199" l="0" r="0" t="189"/>
          <a:stretch/>
        </p:blipFill>
        <p:spPr>
          <a:xfrm>
            <a:off x="4095338" y="901363"/>
            <a:ext cx="687065" cy="488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30"/>
          <p:cNvCxnSpPr/>
          <p:nvPr/>
        </p:nvCxnSpPr>
        <p:spPr>
          <a:xfrm rot="10800000">
            <a:off x="457188" y="3179200"/>
            <a:ext cx="8234100" cy="0"/>
          </a:xfrm>
          <a:prstGeom prst="straightConnector1">
            <a:avLst/>
          </a:prstGeom>
          <a:noFill/>
          <a:ln>
            <a:noFill/>
          </a:ln>
        </p:spPr>
      </p:cxnSp>
      <p:pic>
        <p:nvPicPr>
          <p:cNvPr id="249" name="Google Shape;249;p30" title="Asset 8@2x.png"/>
          <p:cNvPicPr preferRelativeResize="0"/>
          <p:nvPr/>
        </p:nvPicPr>
        <p:blipFill rotWithShape="1">
          <a:blip r:embed="rId2">
            <a:alphaModFix/>
          </a:blip>
          <a:srcRect b="199" l="0" r="0" t="189"/>
          <a:stretch/>
        </p:blipFill>
        <p:spPr>
          <a:xfrm>
            <a:off x="4099725" y="2244138"/>
            <a:ext cx="687065" cy="4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0" title="Asset 8@2x.png"/>
          <p:cNvPicPr preferRelativeResize="0"/>
          <p:nvPr/>
        </p:nvPicPr>
        <p:blipFill rotWithShape="1">
          <a:blip r:embed="rId2">
            <a:alphaModFix/>
          </a:blip>
          <a:srcRect b="199" l="0" r="0" t="189"/>
          <a:stretch/>
        </p:blipFill>
        <p:spPr>
          <a:xfrm>
            <a:off x="4104100" y="3542500"/>
            <a:ext cx="687065" cy="48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0"/>
          <p:cNvSpPr txBox="1"/>
          <p:nvPr>
            <p:ph idx="2" type="subTitle"/>
          </p:nvPr>
        </p:nvSpPr>
        <p:spPr>
          <a:xfrm>
            <a:off x="457175" y="567450"/>
            <a:ext cx="3291300" cy="9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3300"/>
              <a:buFont typeface="Instrument Serif"/>
              <a:buNone/>
              <a:defRPr sz="3300">
                <a:solidFill>
                  <a:srgbClr val="5E74EE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2" name="Google Shape;252;p30"/>
          <p:cNvSpPr txBox="1"/>
          <p:nvPr>
            <p:ph idx="3" type="body"/>
          </p:nvPr>
        </p:nvSpPr>
        <p:spPr>
          <a:xfrm>
            <a:off x="5242050" y="2001850"/>
            <a:ext cx="3444900" cy="9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■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302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302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302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■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302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302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302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■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3" name="Google Shape;253;p30"/>
          <p:cNvSpPr txBox="1"/>
          <p:nvPr>
            <p:ph idx="4" type="subTitle"/>
          </p:nvPr>
        </p:nvSpPr>
        <p:spPr>
          <a:xfrm>
            <a:off x="457175" y="2001850"/>
            <a:ext cx="3291300" cy="9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3300"/>
              <a:buFont typeface="Instrument Serif"/>
              <a:buNone/>
              <a:defRPr sz="33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4" name="Google Shape;254;p30"/>
          <p:cNvSpPr txBox="1"/>
          <p:nvPr>
            <p:ph idx="5" type="body"/>
          </p:nvPr>
        </p:nvSpPr>
        <p:spPr>
          <a:xfrm>
            <a:off x="5242050" y="3376880"/>
            <a:ext cx="3444900" cy="9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■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302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302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302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■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302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302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302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■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5" name="Google Shape;255;p30"/>
          <p:cNvSpPr txBox="1"/>
          <p:nvPr>
            <p:ph idx="6" type="subTitle"/>
          </p:nvPr>
        </p:nvSpPr>
        <p:spPr>
          <a:xfrm>
            <a:off x="452800" y="3376880"/>
            <a:ext cx="3291300" cy="9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3300"/>
              <a:buFont typeface="Instrument Serif"/>
              <a:buNone/>
              <a:defRPr sz="33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256" name="Google Shape;256;p30"/>
          <p:cNvCxnSpPr/>
          <p:nvPr/>
        </p:nvCxnSpPr>
        <p:spPr>
          <a:xfrm rot="10800000">
            <a:off x="452825" y="3167575"/>
            <a:ext cx="8234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7" name="Google Shape;257;p30" title="2025_08-27_Lehigh-University-Logo_RG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0"/>
          <p:cNvSpPr txBox="1"/>
          <p:nvPr>
            <p:ph idx="7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. Topics 3-rows w/photos">
  <p:cSld name="CUSTOM_9_1_1_1_1_1_1_1_1_4_1_1_1_3_1_1_1_1_1_1_1_1_1">
    <p:bg>
      <p:bgPr>
        <a:solidFill>
          <a:schemeClr val="lt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/>
          <p:nvPr>
            <p:ph idx="1" type="subTitle"/>
          </p:nvPr>
        </p:nvSpPr>
        <p:spPr>
          <a:xfrm>
            <a:off x="5881850" y="467650"/>
            <a:ext cx="2796600" cy="6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500"/>
              <a:buFont typeface="Inter SemiBold"/>
              <a:buNone/>
              <a:defRPr sz="15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1" name="Google Shape;261;p31"/>
          <p:cNvSpPr txBox="1"/>
          <p:nvPr>
            <p:ph idx="2" type="subTitle"/>
          </p:nvPr>
        </p:nvSpPr>
        <p:spPr>
          <a:xfrm>
            <a:off x="5881850" y="1048029"/>
            <a:ext cx="27966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2" name="Google Shape;262;p31"/>
          <p:cNvSpPr txBox="1"/>
          <p:nvPr>
            <p:ph idx="3" type="subTitle"/>
          </p:nvPr>
        </p:nvSpPr>
        <p:spPr>
          <a:xfrm>
            <a:off x="5881850" y="1869650"/>
            <a:ext cx="2796600" cy="63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500"/>
              <a:buFont typeface="Inter SemiBold"/>
              <a:buNone/>
              <a:defRPr sz="15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3" name="Google Shape;263;p31"/>
          <p:cNvSpPr txBox="1"/>
          <p:nvPr>
            <p:ph idx="4" type="subTitle"/>
          </p:nvPr>
        </p:nvSpPr>
        <p:spPr>
          <a:xfrm>
            <a:off x="5881850" y="2435039"/>
            <a:ext cx="27966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4" name="Google Shape;264;p31"/>
          <p:cNvSpPr txBox="1"/>
          <p:nvPr>
            <p:ph idx="5" type="subTitle"/>
          </p:nvPr>
        </p:nvSpPr>
        <p:spPr>
          <a:xfrm>
            <a:off x="5881850" y="3336525"/>
            <a:ext cx="2796600" cy="6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500"/>
              <a:buFont typeface="Inter SemiBold"/>
              <a:buNone/>
              <a:defRPr sz="15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5" name="Google Shape;265;p31"/>
          <p:cNvSpPr/>
          <p:nvPr>
            <p:ph idx="6" type="pic"/>
          </p:nvPr>
        </p:nvSpPr>
        <p:spPr>
          <a:xfrm>
            <a:off x="4540450" y="3294275"/>
            <a:ext cx="1249500" cy="1249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6" name="Google Shape;266;p31"/>
          <p:cNvSpPr txBox="1"/>
          <p:nvPr>
            <p:ph idx="7" type="subTitle"/>
          </p:nvPr>
        </p:nvSpPr>
        <p:spPr>
          <a:xfrm>
            <a:off x="5881850" y="3907553"/>
            <a:ext cx="2796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7" name="Google Shape;267;p31"/>
          <p:cNvSpPr/>
          <p:nvPr>
            <p:ph idx="8" type="pic"/>
          </p:nvPr>
        </p:nvSpPr>
        <p:spPr>
          <a:xfrm>
            <a:off x="4540450" y="1869650"/>
            <a:ext cx="1249500" cy="1249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8" name="Google Shape;268;p31"/>
          <p:cNvSpPr/>
          <p:nvPr>
            <p:ph idx="9" type="pic"/>
          </p:nvPr>
        </p:nvSpPr>
        <p:spPr>
          <a:xfrm>
            <a:off x="4540450" y="445025"/>
            <a:ext cx="1249500" cy="1249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269" name="Google Shape;269;p31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1"/>
          <p:cNvSpPr txBox="1"/>
          <p:nvPr>
            <p:ph idx="13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type="title"/>
          </p:nvPr>
        </p:nvSpPr>
        <p:spPr>
          <a:xfrm>
            <a:off x="457200" y="1162000"/>
            <a:ext cx="3974100" cy="124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2" name="Google Shape;272;p31"/>
          <p:cNvSpPr txBox="1"/>
          <p:nvPr>
            <p:ph idx="14" type="subTitle"/>
          </p:nvPr>
        </p:nvSpPr>
        <p:spPr>
          <a:xfrm>
            <a:off x="457200" y="2372125"/>
            <a:ext cx="3974100" cy="9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. Topics 4-column">
  <p:cSld name="CUSTOM_9_1_1_1_1_1_1_1_1_4_1_1_1_3_1_1_1_1_1_1_1_1_1_1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457200" y="1885725"/>
            <a:ext cx="1823700" cy="24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5" name="Google Shape;275;p32"/>
          <p:cNvSpPr txBox="1"/>
          <p:nvPr>
            <p:ph idx="2" type="subTitle"/>
          </p:nvPr>
        </p:nvSpPr>
        <p:spPr>
          <a:xfrm>
            <a:off x="457200" y="1259325"/>
            <a:ext cx="1823700" cy="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76" name="Google Shape;276;p32"/>
          <p:cNvSpPr txBox="1"/>
          <p:nvPr>
            <p:ph idx="3" type="body"/>
          </p:nvPr>
        </p:nvSpPr>
        <p:spPr>
          <a:xfrm>
            <a:off x="6863100" y="1877350"/>
            <a:ext cx="1823700" cy="24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7" name="Google Shape;277;p32"/>
          <p:cNvSpPr txBox="1"/>
          <p:nvPr>
            <p:ph idx="4" type="subTitle"/>
          </p:nvPr>
        </p:nvSpPr>
        <p:spPr>
          <a:xfrm>
            <a:off x="6863100" y="1250950"/>
            <a:ext cx="1823700" cy="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78" name="Google Shape;278;p32"/>
          <p:cNvSpPr txBox="1"/>
          <p:nvPr>
            <p:ph idx="5" type="body"/>
          </p:nvPr>
        </p:nvSpPr>
        <p:spPr>
          <a:xfrm>
            <a:off x="2592500" y="1885725"/>
            <a:ext cx="1823700" cy="24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9" name="Google Shape;279;p32"/>
          <p:cNvSpPr txBox="1"/>
          <p:nvPr>
            <p:ph idx="6" type="subTitle"/>
          </p:nvPr>
        </p:nvSpPr>
        <p:spPr>
          <a:xfrm>
            <a:off x="2592500" y="1259325"/>
            <a:ext cx="1823700" cy="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80" name="Google Shape;280;p32"/>
          <p:cNvSpPr txBox="1"/>
          <p:nvPr>
            <p:ph idx="7" type="body"/>
          </p:nvPr>
        </p:nvSpPr>
        <p:spPr>
          <a:xfrm>
            <a:off x="4727800" y="1885725"/>
            <a:ext cx="1823700" cy="24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1" name="Google Shape;281;p32"/>
          <p:cNvSpPr txBox="1"/>
          <p:nvPr>
            <p:ph idx="8" type="subTitle"/>
          </p:nvPr>
        </p:nvSpPr>
        <p:spPr>
          <a:xfrm>
            <a:off x="4727800" y="1259325"/>
            <a:ext cx="1823700" cy="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400"/>
              <a:buFont typeface="Inter SemiBold"/>
              <a:buNone/>
              <a:defRPr sz="14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/>
        </p:txBody>
      </p:sp>
      <p:pic>
        <p:nvPicPr>
          <p:cNvPr id="282" name="Google Shape;282;p32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2"/>
          <p:cNvSpPr txBox="1"/>
          <p:nvPr>
            <p:ph idx="9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84" name="Google Shape;284;p32"/>
          <p:cNvCxnSpPr/>
          <p:nvPr/>
        </p:nvCxnSpPr>
        <p:spPr>
          <a:xfrm>
            <a:off x="568150" y="857400"/>
            <a:ext cx="8036100" cy="0"/>
          </a:xfrm>
          <a:prstGeom prst="straightConnector1">
            <a:avLst/>
          </a:prstGeom>
          <a:noFill/>
          <a:ln cap="flat" cmpd="sng" w="9525">
            <a:solidFill>
              <a:srgbClr val="5E74E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2"/>
          <p:cNvSpPr txBox="1"/>
          <p:nvPr>
            <p:ph type="title"/>
          </p:nvPr>
        </p:nvSpPr>
        <p:spPr>
          <a:xfrm>
            <a:off x="457200" y="325025"/>
            <a:ext cx="70302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b="1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. Topics 4-column varied">
  <p:cSld name="CUSTOM_9_1_1_1_1_1_1_1_1_4_1_1_1_3_1_1_1_1_1_1_1_1_1_1_1">
    <p:bg>
      <p:bgPr>
        <a:solidFill>
          <a:schemeClr val="lt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/>
          <p:nvPr/>
        </p:nvSpPr>
        <p:spPr>
          <a:xfrm>
            <a:off x="50" y="-200"/>
            <a:ext cx="2294400" cy="5143500"/>
          </a:xfrm>
          <a:prstGeom prst="rect">
            <a:avLst/>
          </a:prstGeom>
          <a:solidFill>
            <a:srgbClr val="D1E9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8" name="Google Shape;288;p33"/>
          <p:cNvSpPr/>
          <p:nvPr/>
        </p:nvSpPr>
        <p:spPr>
          <a:xfrm>
            <a:off x="2286125" y="-100"/>
            <a:ext cx="2294400" cy="5143500"/>
          </a:xfrm>
          <a:prstGeom prst="rect">
            <a:avLst/>
          </a:prstGeom>
          <a:solidFill>
            <a:srgbClr val="66B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B0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9" name="Google Shape;289;p33"/>
          <p:cNvSpPr/>
          <p:nvPr/>
        </p:nvSpPr>
        <p:spPr>
          <a:xfrm>
            <a:off x="4565475" y="0"/>
            <a:ext cx="2294400" cy="5143500"/>
          </a:xfrm>
          <a:prstGeom prst="rect">
            <a:avLst/>
          </a:prstGeom>
          <a:solidFill>
            <a:srgbClr val="1235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0" name="Google Shape;290;p33"/>
          <p:cNvSpPr/>
          <p:nvPr/>
        </p:nvSpPr>
        <p:spPr>
          <a:xfrm>
            <a:off x="6849550" y="-300"/>
            <a:ext cx="2294400" cy="5143500"/>
          </a:xfrm>
          <a:prstGeom prst="rect">
            <a:avLst/>
          </a:prstGeom>
          <a:solidFill>
            <a:srgbClr val="502D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02D0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1" name="Google Shape;291;p33"/>
          <p:cNvSpPr txBox="1"/>
          <p:nvPr>
            <p:ph idx="1" type="body"/>
          </p:nvPr>
        </p:nvSpPr>
        <p:spPr>
          <a:xfrm>
            <a:off x="232975" y="1178228"/>
            <a:ext cx="1823700" cy="30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2" name="Google Shape;292;p33"/>
          <p:cNvSpPr txBox="1"/>
          <p:nvPr>
            <p:ph idx="2" type="subTitle"/>
          </p:nvPr>
        </p:nvSpPr>
        <p:spPr>
          <a:xfrm>
            <a:off x="232975" y="331923"/>
            <a:ext cx="18237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SemiBold"/>
              <a:buNone/>
              <a:defRPr sz="14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3"/>
          <p:cNvSpPr txBox="1"/>
          <p:nvPr>
            <p:ph idx="3" type="body"/>
          </p:nvPr>
        </p:nvSpPr>
        <p:spPr>
          <a:xfrm>
            <a:off x="7083525" y="1167825"/>
            <a:ext cx="1823700" cy="30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4" name="Google Shape;294;p33"/>
          <p:cNvSpPr txBox="1"/>
          <p:nvPr>
            <p:ph idx="4" type="subTitle"/>
          </p:nvPr>
        </p:nvSpPr>
        <p:spPr>
          <a:xfrm>
            <a:off x="7083525" y="321325"/>
            <a:ext cx="18237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" name="Google Shape;295;p33"/>
          <p:cNvSpPr txBox="1"/>
          <p:nvPr>
            <p:ph idx="5" type="body"/>
          </p:nvPr>
        </p:nvSpPr>
        <p:spPr>
          <a:xfrm>
            <a:off x="2518113" y="1178228"/>
            <a:ext cx="1823700" cy="30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6" name="Google Shape;296;p33"/>
          <p:cNvSpPr txBox="1"/>
          <p:nvPr>
            <p:ph idx="6" type="subTitle"/>
          </p:nvPr>
        </p:nvSpPr>
        <p:spPr>
          <a:xfrm>
            <a:off x="2518113" y="331923"/>
            <a:ext cx="18237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SemiBold"/>
              <a:buNone/>
              <a:defRPr sz="14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3"/>
          <p:cNvSpPr txBox="1"/>
          <p:nvPr>
            <p:ph idx="7" type="body"/>
          </p:nvPr>
        </p:nvSpPr>
        <p:spPr>
          <a:xfrm>
            <a:off x="4809963" y="1178228"/>
            <a:ext cx="1823700" cy="30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8" name="Google Shape;298;p33"/>
          <p:cNvSpPr txBox="1"/>
          <p:nvPr>
            <p:ph idx="8" type="subTitle"/>
          </p:nvPr>
        </p:nvSpPr>
        <p:spPr>
          <a:xfrm>
            <a:off x="4809963" y="331923"/>
            <a:ext cx="18237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9" name="Google Shape;299;p33"/>
          <p:cNvSpPr txBox="1"/>
          <p:nvPr>
            <p:ph idx="9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00" name="Google Shape;300;p33" title="2025_08-27_Lehigh-University-Logo_KO-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83095" y="4602593"/>
            <a:ext cx="206699" cy="2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. Topics 6-photo grid">
  <p:cSld name="CUSTOM_9_1_1_1_1_1_1_1_1_4_1_1_1_3_1_1_1_1_1_1_1_1_1_1_1_1">
    <p:bg>
      <p:bgPr>
        <a:solidFill>
          <a:schemeClr val="dk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/>
          <p:cNvSpPr/>
          <p:nvPr>
            <p:ph idx="2" type="pic"/>
          </p:nvPr>
        </p:nvSpPr>
        <p:spPr>
          <a:xfrm>
            <a:off x="3516150" y="343975"/>
            <a:ext cx="2144400" cy="137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303" name="Google Shape;303;p34"/>
          <p:cNvSpPr txBox="1"/>
          <p:nvPr>
            <p:ph idx="1" type="subTitle"/>
          </p:nvPr>
        </p:nvSpPr>
        <p:spPr>
          <a:xfrm>
            <a:off x="3192000" y="1768663"/>
            <a:ext cx="27600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34"/>
          <p:cNvSpPr/>
          <p:nvPr>
            <p:ph idx="3" type="pic"/>
          </p:nvPr>
        </p:nvSpPr>
        <p:spPr>
          <a:xfrm>
            <a:off x="3516150" y="2516200"/>
            <a:ext cx="2144400" cy="137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305" name="Google Shape;305;p34"/>
          <p:cNvSpPr txBox="1"/>
          <p:nvPr>
            <p:ph idx="4" type="subTitle"/>
          </p:nvPr>
        </p:nvSpPr>
        <p:spPr>
          <a:xfrm>
            <a:off x="3192000" y="3940875"/>
            <a:ext cx="27600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34"/>
          <p:cNvSpPr/>
          <p:nvPr>
            <p:ph idx="5" type="pic"/>
          </p:nvPr>
        </p:nvSpPr>
        <p:spPr>
          <a:xfrm>
            <a:off x="781350" y="343975"/>
            <a:ext cx="2144400" cy="137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307" name="Google Shape;307;p34"/>
          <p:cNvSpPr txBox="1"/>
          <p:nvPr>
            <p:ph idx="6" type="subTitle"/>
          </p:nvPr>
        </p:nvSpPr>
        <p:spPr>
          <a:xfrm>
            <a:off x="457200" y="1768663"/>
            <a:ext cx="27600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" name="Google Shape;308;p34"/>
          <p:cNvSpPr/>
          <p:nvPr>
            <p:ph idx="7" type="pic"/>
          </p:nvPr>
        </p:nvSpPr>
        <p:spPr>
          <a:xfrm>
            <a:off x="781350" y="2516200"/>
            <a:ext cx="2144400" cy="137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309" name="Google Shape;309;p34"/>
          <p:cNvSpPr txBox="1"/>
          <p:nvPr>
            <p:ph idx="8" type="subTitle"/>
          </p:nvPr>
        </p:nvSpPr>
        <p:spPr>
          <a:xfrm>
            <a:off x="457200" y="3940875"/>
            <a:ext cx="27600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34"/>
          <p:cNvSpPr/>
          <p:nvPr>
            <p:ph idx="9" type="pic"/>
          </p:nvPr>
        </p:nvSpPr>
        <p:spPr>
          <a:xfrm>
            <a:off x="6276150" y="343975"/>
            <a:ext cx="2144400" cy="137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311" name="Google Shape;311;p34"/>
          <p:cNvSpPr txBox="1"/>
          <p:nvPr>
            <p:ph idx="13" type="subTitle"/>
          </p:nvPr>
        </p:nvSpPr>
        <p:spPr>
          <a:xfrm>
            <a:off x="5952000" y="1768663"/>
            <a:ext cx="27600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34"/>
          <p:cNvSpPr/>
          <p:nvPr>
            <p:ph idx="14" type="pic"/>
          </p:nvPr>
        </p:nvSpPr>
        <p:spPr>
          <a:xfrm>
            <a:off x="6276150" y="2516200"/>
            <a:ext cx="2144400" cy="137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313" name="Google Shape;313;p34"/>
          <p:cNvSpPr txBox="1"/>
          <p:nvPr>
            <p:ph idx="15" type="subTitle"/>
          </p:nvPr>
        </p:nvSpPr>
        <p:spPr>
          <a:xfrm>
            <a:off x="5952000" y="3940875"/>
            <a:ext cx="27600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34"/>
          <p:cNvSpPr txBox="1"/>
          <p:nvPr>
            <p:ph idx="16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15" name="Google Shape;315;p34" title="2025_08-27_Lehigh-University-Logo_KO-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83095" y="4602593"/>
            <a:ext cx="206699" cy="2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. Quote serif centered dark">
  <p:cSld name="CUSTOM_9_1_1_1_1_1_1_1_1_4_1_1_1_3_1_1_1_1_1_1_1_1_1_1_1_1_1">
    <p:bg>
      <p:bgPr>
        <a:solidFill>
          <a:schemeClr val="dk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35" title="2025_08-27_Lehigh-University-Logo_KO-RGB (2).png"/>
          <p:cNvPicPr preferRelativeResize="0"/>
          <p:nvPr/>
        </p:nvPicPr>
        <p:blipFill rotWithShape="1">
          <a:blip r:embed="rId2">
            <a:alphaModFix/>
          </a:blip>
          <a:srcRect b="-1306" l="-3627" r="-4645" t="-2321"/>
          <a:stretch/>
        </p:blipFill>
        <p:spPr>
          <a:xfrm>
            <a:off x="8551249" y="4587900"/>
            <a:ext cx="271100" cy="36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5" title="Sheild 4C.png"/>
          <p:cNvPicPr preferRelativeResize="0"/>
          <p:nvPr/>
        </p:nvPicPr>
        <p:blipFill rotWithShape="1">
          <a:blip r:embed="rId3">
            <a:alphaModFix/>
          </a:blip>
          <a:srcRect b="0" l="-2046" r="-2864" t="-1338"/>
          <a:stretch/>
        </p:blipFill>
        <p:spPr>
          <a:xfrm>
            <a:off x="8551250" y="4587900"/>
            <a:ext cx="271201" cy="36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5"/>
          <p:cNvSpPr txBox="1"/>
          <p:nvPr>
            <p:ph type="ctrTitle"/>
          </p:nvPr>
        </p:nvSpPr>
        <p:spPr>
          <a:xfrm>
            <a:off x="940950" y="776975"/>
            <a:ext cx="7262100" cy="3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Instrument Serif"/>
              <a:buNone/>
              <a:defRPr b="0" sz="7200">
                <a:solidFill>
                  <a:schemeClr val="l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erif"/>
              <a:buNone/>
              <a:defRPr sz="2600"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erif"/>
              <a:buNone/>
              <a:defRPr sz="2600"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erif"/>
              <a:buNone/>
              <a:defRPr sz="2600"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erif"/>
              <a:buNone/>
              <a:defRPr sz="2600"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erif"/>
              <a:buNone/>
              <a:defRPr sz="2600"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erif"/>
              <a:buNone/>
              <a:defRPr sz="2600"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erif"/>
              <a:buNone/>
              <a:defRPr sz="2600"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strument Serif"/>
              <a:buNone/>
              <a:defRPr sz="2600"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320" name="Google Shape;320;p35"/>
          <p:cNvSpPr txBox="1"/>
          <p:nvPr>
            <p:ph idx="1" type="subTitle"/>
          </p:nvPr>
        </p:nvSpPr>
        <p:spPr>
          <a:xfrm>
            <a:off x="457200" y="224150"/>
            <a:ext cx="8229600" cy="3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None/>
              <a:defRPr sz="2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cxnSp>
        <p:nvCxnSpPr>
          <p:cNvPr id="321" name="Google Shape;321;p35"/>
          <p:cNvCxnSpPr/>
          <p:nvPr/>
        </p:nvCxnSpPr>
        <p:spPr>
          <a:xfrm rot="10800000">
            <a:off x="456000" y="776975"/>
            <a:ext cx="8232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. Quote left aligned light">
  <p:cSld name="CUSTOM_9_1_1_1_1_1_1_1_1_4_1_1_1_3_1_1_1_1_1_1_1_1_1_1_1_1_1_1">
    <p:bg>
      <p:bgPr>
        <a:solidFill>
          <a:schemeClr val="lt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36"/>
          <p:cNvCxnSpPr/>
          <p:nvPr/>
        </p:nvCxnSpPr>
        <p:spPr>
          <a:xfrm>
            <a:off x="458700" y="3315600"/>
            <a:ext cx="822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36"/>
          <p:cNvSpPr txBox="1"/>
          <p:nvPr>
            <p:ph type="ctrTitle"/>
          </p:nvPr>
        </p:nvSpPr>
        <p:spPr>
          <a:xfrm>
            <a:off x="457200" y="445025"/>
            <a:ext cx="8226600" cy="258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Font typeface="Inter Light"/>
              <a:buNone/>
              <a:defRPr b="0" sz="46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5" name="Google Shape;325;p36"/>
          <p:cNvSpPr txBox="1"/>
          <p:nvPr>
            <p:ph idx="1" type="subTitle"/>
          </p:nvPr>
        </p:nvSpPr>
        <p:spPr>
          <a:xfrm>
            <a:off x="1551725" y="3518575"/>
            <a:ext cx="50376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26" name="Google Shape;326;p36"/>
          <p:cNvSpPr txBox="1"/>
          <p:nvPr>
            <p:ph idx="2" type="subTitle"/>
          </p:nvPr>
        </p:nvSpPr>
        <p:spPr>
          <a:xfrm>
            <a:off x="1551725" y="3835975"/>
            <a:ext cx="50376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27" name="Google Shape;327;p36"/>
          <p:cNvSpPr/>
          <p:nvPr>
            <p:ph idx="3" type="pic"/>
          </p:nvPr>
        </p:nvSpPr>
        <p:spPr>
          <a:xfrm>
            <a:off x="458700" y="3487025"/>
            <a:ext cx="897900" cy="8979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328" name="Google Shape;328;p36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6"/>
          <p:cNvSpPr txBox="1"/>
          <p:nvPr>
            <p:ph idx="4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. Photo feature 3-grid">
  <p:cSld name="CUSTOM_9_1_1_1_1_1_1_1_1_4_1_1_1_3_1_1_1_1_1_1_1_1_1_1_1_1_1_1_1">
    <p:bg>
      <p:bgPr>
        <a:solidFill>
          <a:schemeClr val="dk1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"/>
          <p:cNvSpPr/>
          <p:nvPr>
            <p:ph idx="2" type="pic"/>
          </p:nvPr>
        </p:nvSpPr>
        <p:spPr>
          <a:xfrm>
            <a:off x="468450" y="445025"/>
            <a:ext cx="3000900" cy="1896600"/>
          </a:xfrm>
          <a:prstGeom prst="roundRect">
            <a:avLst>
              <a:gd fmla="val 10541" name="adj"/>
            </a:avLst>
          </a:prstGeom>
          <a:noFill/>
          <a:ln>
            <a:noFill/>
          </a:ln>
        </p:spPr>
      </p:sp>
      <p:sp>
        <p:nvSpPr>
          <p:cNvPr id="332" name="Google Shape;332;p37"/>
          <p:cNvSpPr/>
          <p:nvPr>
            <p:ph idx="3" type="pic"/>
          </p:nvPr>
        </p:nvSpPr>
        <p:spPr>
          <a:xfrm>
            <a:off x="468450" y="2446650"/>
            <a:ext cx="3000900" cy="1896600"/>
          </a:xfrm>
          <a:prstGeom prst="roundRect">
            <a:avLst>
              <a:gd fmla="val 8730" name="adj"/>
            </a:avLst>
          </a:prstGeom>
          <a:noFill/>
          <a:ln>
            <a:noFill/>
          </a:ln>
        </p:spPr>
      </p:sp>
      <p:sp>
        <p:nvSpPr>
          <p:cNvPr id="333" name="Google Shape;333;p37"/>
          <p:cNvSpPr/>
          <p:nvPr>
            <p:ph idx="4" type="pic"/>
          </p:nvPr>
        </p:nvSpPr>
        <p:spPr>
          <a:xfrm>
            <a:off x="3612000" y="445025"/>
            <a:ext cx="5074800" cy="3898200"/>
          </a:xfrm>
          <a:prstGeom prst="roundRect">
            <a:avLst>
              <a:gd fmla="val 3877" name="adj"/>
            </a:avLst>
          </a:prstGeom>
          <a:noFill/>
          <a:ln>
            <a:noFill/>
          </a:ln>
        </p:spPr>
      </p:sp>
      <p:sp>
        <p:nvSpPr>
          <p:cNvPr id="334" name="Google Shape;334;p37"/>
          <p:cNvSpPr txBox="1"/>
          <p:nvPr>
            <p:ph idx="1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35" name="Google Shape;335;p37" title="2025_08-27_Lehigh-University-Logo_KO-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83095" y="4602593"/>
            <a:ext cx="206699" cy="2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. Photo feature 4-photo collage">
  <p:cSld name="CUSTOM_9_1_1_1_1_1_1_1_1_4_1_1_1_3_1_1_1_1_1_1_1_1_1_1_1_1_1_1_1_1">
    <p:bg>
      <p:bgPr>
        <a:solidFill>
          <a:schemeClr val="dk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8"/>
          <p:cNvSpPr/>
          <p:nvPr>
            <p:ph idx="2" type="pic"/>
          </p:nvPr>
        </p:nvSpPr>
        <p:spPr>
          <a:xfrm>
            <a:off x="7450200" y="858600"/>
            <a:ext cx="1693800" cy="169380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38"/>
          <p:cNvSpPr/>
          <p:nvPr>
            <p:ph idx="3" type="pic"/>
          </p:nvPr>
        </p:nvSpPr>
        <p:spPr>
          <a:xfrm>
            <a:off x="4498450" y="3388050"/>
            <a:ext cx="3109800" cy="17553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38"/>
          <p:cNvSpPr/>
          <p:nvPr>
            <p:ph idx="4" type="pic"/>
          </p:nvPr>
        </p:nvSpPr>
        <p:spPr>
          <a:xfrm>
            <a:off x="2097175" y="0"/>
            <a:ext cx="4386600" cy="2999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8"/>
          <p:cNvSpPr/>
          <p:nvPr>
            <p:ph idx="5" type="pic"/>
          </p:nvPr>
        </p:nvSpPr>
        <p:spPr>
          <a:xfrm>
            <a:off x="457200" y="2159825"/>
            <a:ext cx="1990800" cy="21837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38"/>
          <p:cNvSpPr txBox="1"/>
          <p:nvPr>
            <p:ph idx="1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42" name="Google Shape;342;p38" title="2025_08-27_Lehigh-University-Logo_KO-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83095" y="4602593"/>
            <a:ext cx="206699" cy="2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. Photo feature 1-main w/caption">
  <p:cSld name="CUSTOM_9_1_1_1_1_1_1_1_1_4_1_1_1_3_1_1_1_1_1_1_1_1_1_1_1_1_1_1_1_1_1">
    <p:bg>
      <p:bgPr>
        <a:noFill/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9"/>
          <p:cNvSpPr/>
          <p:nvPr>
            <p:ph idx="2" type="pic"/>
          </p:nvPr>
        </p:nvSpPr>
        <p:spPr>
          <a:xfrm>
            <a:off x="457200" y="445025"/>
            <a:ext cx="6541500" cy="3898500"/>
          </a:xfrm>
          <a:prstGeom prst="roundRect">
            <a:avLst>
              <a:gd fmla="val 3877" name="adj"/>
            </a:avLst>
          </a:prstGeom>
          <a:noFill/>
          <a:ln>
            <a:noFill/>
          </a:ln>
        </p:spPr>
      </p:sp>
      <p:sp>
        <p:nvSpPr>
          <p:cNvPr id="345" name="Google Shape;345;p39"/>
          <p:cNvSpPr txBox="1"/>
          <p:nvPr>
            <p:ph idx="1" type="subTitle"/>
          </p:nvPr>
        </p:nvSpPr>
        <p:spPr>
          <a:xfrm>
            <a:off x="7305250" y="445025"/>
            <a:ext cx="1381500" cy="26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SemiBold"/>
              <a:buNone/>
              <a:defRPr sz="14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46" name="Google Shape;346;p39"/>
          <p:cNvSpPr txBox="1"/>
          <p:nvPr>
            <p:ph idx="3" type="subTitle"/>
          </p:nvPr>
        </p:nvSpPr>
        <p:spPr>
          <a:xfrm>
            <a:off x="7305250" y="3075600"/>
            <a:ext cx="1381500" cy="12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pic>
        <p:nvPicPr>
          <p:cNvPr id="347" name="Google Shape;347;p39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9"/>
          <p:cNvSpPr txBox="1"/>
          <p:nvPr>
            <p:ph idx="4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. Stat 1-basic centered light">
  <p:cSld name="CUSTOM_9_1_1_1_1_1_1_1_1_4_1_1_1_3_1_1_1_1_1_1_1_1_1_1_1_1_1_1_1_1_1_1_1">
    <p:bg>
      <p:bgPr>
        <a:solidFill>
          <a:schemeClr val="accent2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0"/>
          <p:cNvSpPr txBox="1"/>
          <p:nvPr>
            <p:ph type="title"/>
          </p:nvPr>
        </p:nvSpPr>
        <p:spPr>
          <a:xfrm>
            <a:off x="457200" y="949275"/>
            <a:ext cx="8229600" cy="210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Inter ExtraBold"/>
              <a:buNone/>
              <a:defRPr b="0" sz="5600"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1" name="Google Shape;351;p40"/>
          <p:cNvSpPr txBox="1"/>
          <p:nvPr>
            <p:ph idx="1" type="subTitle"/>
          </p:nvPr>
        </p:nvSpPr>
        <p:spPr>
          <a:xfrm>
            <a:off x="457200" y="3160650"/>
            <a:ext cx="8229600" cy="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 SemiBold"/>
              <a:buNone/>
              <a:defRPr sz="18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pic>
        <p:nvPicPr>
          <p:cNvPr id="352" name="Google Shape;352;p40" title="2025_08-27_Lehigh-University-Logo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0"/>
          <p:cNvSpPr txBox="1"/>
          <p:nvPr>
            <p:ph idx="2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. Stat 3-column dark">
  <p:cSld name="CUSTOM_9_1_1_1_1_1_1_1_1_4_1_1_1_3_1_1_1_1_1_1_1_1_1_1_1_1_1_1_1_1_1_1_1_1">
    <p:bg>
      <p:bgPr>
        <a:solidFill>
          <a:schemeClr val="dk2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1"/>
          <p:cNvSpPr txBox="1"/>
          <p:nvPr>
            <p:ph type="ctrTitle"/>
          </p:nvPr>
        </p:nvSpPr>
        <p:spPr>
          <a:xfrm>
            <a:off x="457200" y="1769325"/>
            <a:ext cx="24900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900"/>
              <a:buFont typeface="Instrument Serif"/>
              <a:buNone/>
              <a:defRPr b="0" sz="89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356" name="Google Shape;356;p41"/>
          <p:cNvSpPr txBox="1"/>
          <p:nvPr>
            <p:ph idx="1" type="subTitle"/>
          </p:nvPr>
        </p:nvSpPr>
        <p:spPr>
          <a:xfrm>
            <a:off x="457200" y="2908275"/>
            <a:ext cx="17559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7" name="Google Shape;357;p41"/>
          <p:cNvSpPr txBox="1"/>
          <p:nvPr>
            <p:ph idx="2" type="ctrTitle"/>
          </p:nvPr>
        </p:nvSpPr>
        <p:spPr>
          <a:xfrm>
            <a:off x="3327000" y="1769325"/>
            <a:ext cx="24900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900"/>
              <a:buFont typeface="Instrument Serif"/>
              <a:buNone/>
              <a:defRPr b="0" sz="89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358" name="Google Shape;358;p41"/>
          <p:cNvSpPr txBox="1"/>
          <p:nvPr>
            <p:ph idx="3" type="subTitle"/>
          </p:nvPr>
        </p:nvSpPr>
        <p:spPr>
          <a:xfrm>
            <a:off x="3327000" y="2908275"/>
            <a:ext cx="17562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9" name="Google Shape;359;p41"/>
          <p:cNvSpPr txBox="1"/>
          <p:nvPr>
            <p:ph idx="4" type="ctrTitle"/>
          </p:nvPr>
        </p:nvSpPr>
        <p:spPr>
          <a:xfrm>
            <a:off x="6196800" y="1769325"/>
            <a:ext cx="24900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900"/>
              <a:buFont typeface="Instrument Serif"/>
              <a:buNone/>
              <a:defRPr b="0" sz="89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Instrument Serif"/>
              <a:buNone/>
              <a:defRPr sz="4300">
                <a:solidFill>
                  <a:schemeClr val="accent2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360" name="Google Shape;360;p41"/>
          <p:cNvSpPr txBox="1"/>
          <p:nvPr>
            <p:ph idx="5" type="subTitle"/>
          </p:nvPr>
        </p:nvSpPr>
        <p:spPr>
          <a:xfrm>
            <a:off x="6196800" y="2908275"/>
            <a:ext cx="17562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1" name="Google Shape;361;p41"/>
          <p:cNvSpPr txBox="1"/>
          <p:nvPr>
            <p:ph idx="6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62" name="Google Shape;362;p41" title="2025_08-27_Lehigh-University-Logo_KO-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83095" y="4602593"/>
            <a:ext cx="206699" cy="288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3" name="Google Shape;363;p41"/>
          <p:cNvCxnSpPr/>
          <p:nvPr/>
        </p:nvCxnSpPr>
        <p:spPr>
          <a:xfrm>
            <a:off x="568150" y="857400"/>
            <a:ext cx="8036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41"/>
          <p:cNvSpPr txBox="1"/>
          <p:nvPr>
            <p:ph idx="7" type="title"/>
          </p:nvPr>
        </p:nvSpPr>
        <p:spPr>
          <a:xfrm>
            <a:off x="457200" y="322550"/>
            <a:ext cx="4454700" cy="3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b="1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. Stat 4-grid varied">
  <p:cSld name="CUSTOM_9_1_1_1_1_1_1_1_1_4_1_1_1_3_1_1_1_1_1_1_1_1_1_1_1_1_1_1_1_1_1_1_1_1_1">
    <p:bg>
      <p:bgPr>
        <a:solidFill>
          <a:schemeClr val="dk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42" title="2025_08-27_Lehigh-University-Logo_KO-RGB (2).png"/>
          <p:cNvPicPr preferRelativeResize="0"/>
          <p:nvPr/>
        </p:nvPicPr>
        <p:blipFill rotWithShape="1">
          <a:blip r:embed="rId2">
            <a:alphaModFix/>
          </a:blip>
          <a:srcRect b="-1306" l="-3627" r="-4645" t="-2321"/>
          <a:stretch/>
        </p:blipFill>
        <p:spPr>
          <a:xfrm>
            <a:off x="8551249" y="4587900"/>
            <a:ext cx="271100" cy="36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2" title="Sheild 4C.png"/>
          <p:cNvPicPr preferRelativeResize="0"/>
          <p:nvPr/>
        </p:nvPicPr>
        <p:blipFill rotWithShape="1">
          <a:blip r:embed="rId3">
            <a:alphaModFix/>
          </a:blip>
          <a:srcRect b="0" l="-2046" r="-2864" t="-1338"/>
          <a:stretch/>
        </p:blipFill>
        <p:spPr>
          <a:xfrm>
            <a:off x="8551250" y="4587900"/>
            <a:ext cx="271201" cy="36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2"/>
          <p:cNvSpPr txBox="1"/>
          <p:nvPr>
            <p:ph type="title"/>
          </p:nvPr>
        </p:nvSpPr>
        <p:spPr>
          <a:xfrm>
            <a:off x="457200" y="445025"/>
            <a:ext cx="3662100" cy="115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Inter"/>
              <a:buNone/>
              <a:defRPr b="1" sz="20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9" name="Google Shape;369;p42"/>
          <p:cNvSpPr txBox="1"/>
          <p:nvPr>
            <p:ph idx="1" type="subTitle"/>
          </p:nvPr>
        </p:nvSpPr>
        <p:spPr>
          <a:xfrm>
            <a:off x="457200" y="1603150"/>
            <a:ext cx="3662100" cy="27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70" name="Google Shape;370;p42"/>
          <p:cNvSpPr/>
          <p:nvPr/>
        </p:nvSpPr>
        <p:spPr>
          <a:xfrm>
            <a:off x="4729800" y="0"/>
            <a:ext cx="4414200" cy="208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1" name="Google Shape;371;p42"/>
          <p:cNvSpPr/>
          <p:nvPr/>
        </p:nvSpPr>
        <p:spPr>
          <a:xfrm>
            <a:off x="4729800" y="2086825"/>
            <a:ext cx="2222700" cy="152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2" name="Google Shape;372;p42"/>
          <p:cNvSpPr/>
          <p:nvPr/>
        </p:nvSpPr>
        <p:spPr>
          <a:xfrm>
            <a:off x="4729800" y="3615163"/>
            <a:ext cx="2222700" cy="152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3" name="Google Shape;373;p42"/>
          <p:cNvSpPr/>
          <p:nvPr/>
        </p:nvSpPr>
        <p:spPr>
          <a:xfrm>
            <a:off x="6952500" y="2086825"/>
            <a:ext cx="2222700" cy="305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42"/>
          <p:cNvSpPr txBox="1"/>
          <p:nvPr>
            <p:ph idx="2" type="title"/>
          </p:nvPr>
        </p:nvSpPr>
        <p:spPr>
          <a:xfrm>
            <a:off x="5080000" y="445025"/>
            <a:ext cx="36066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Inter ExtraBold"/>
              <a:buNone/>
              <a:defRPr b="0" sz="5200"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5" name="Google Shape;375;p42"/>
          <p:cNvSpPr txBox="1"/>
          <p:nvPr>
            <p:ph idx="3" type="subTitle"/>
          </p:nvPr>
        </p:nvSpPr>
        <p:spPr>
          <a:xfrm>
            <a:off x="5080000" y="1378625"/>
            <a:ext cx="36066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nter"/>
              <a:buNone/>
              <a:defRPr sz="1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76" name="Google Shape;376;p42"/>
          <p:cNvSpPr txBox="1"/>
          <p:nvPr>
            <p:ph idx="4" type="title"/>
          </p:nvPr>
        </p:nvSpPr>
        <p:spPr>
          <a:xfrm>
            <a:off x="5080000" y="2417498"/>
            <a:ext cx="1547100" cy="5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 b="0" sz="2800"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7" name="Google Shape;377;p42"/>
          <p:cNvSpPr txBox="1"/>
          <p:nvPr>
            <p:ph idx="5" type="subTitle"/>
          </p:nvPr>
        </p:nvSpPr>
        <p:spPr>
          <a:xfrm>
            <a:off x="5080000" y="2819550"/>
            <a:ext cx="15471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78" name="Google Shape;378;p42"/>
          <p:cNvSpPr txBox="1"/>
          <p:nvPr>
            <p:ph idx="6" type="title"/>
          </p:nvPr>
        </p:nvSpPr>
        <p:spPr>
          <a:xfrm>
            <a:off x="5067600" y="3918235"/>
            <a:ext cx="1547100" cy="5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 b="0" sz="2800"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9" name="Google Shape;379;p42"/>
          <p:cNvSpPr txBox="1"/>
          <p:nvPr>
            <p:ph idx="7" type="subTitle"/>
          </p:nvPr>
        </p:nvSpPr>
        <p:spPr>
          <a:xfrm>
            <a:off x="5067600" y="4424288"/>
            <a:ext cx="15471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80" name="Google Shape;380;p42"/>
          <p:cNvSpPr txBox="1"/>
          <p:nvPr>
            <p:ph idx="8" type="title"/>
          </p:nvPr>
        </p:nvSpPr>
        <p:spPr>
          <a:xfrm>
            <a:off x="7290300" y="2819550"/>
            <a:ext cx="1547100" cy="7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Inter ExtraBold"/>
              <a:buNone/>
              <a:defRPr b="0" sz="4200">
                <a:solidFill>
                  <a:schemeClr val="l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1" name="Google Shape;381;p42"/>
          <p:cNvSpPr txBox="1"/>
          <p:nvPr>
            <p:ph idx="9" type="subTitle"/>
          </p:nvPr>
        </p:nvSpPr>
        <p:spPr>
          <a:xfrm>
            <a:off x="7290300" y="3511050"/>
            <a:ext cx="15471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82" name="Google Shape;382;p42"/>
          <p:cNvSpPr txBox="1"/>
          <p:nvPr>
            <p:ph idx="13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83" name="Google Shape;383;p42" title="2025_08-27_Lehigh-University-Logo_KO-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83095" y="4602593"/>
            <a:ext cx="206699" cy="2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. Stat 3/placeholder chart">
  <p:cSld name="CUSTOM_9_1_1_1_1_1_1_1_1_4_1_1_1_3_1_1_1_1_1_1_1_1_1_1_1_1_1_1_1_1_1_1_1_1_1_1">
    <p:bg>
      <p:bgPr>
        <a:solidFill>
          <a:schemeClr val="lt1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43" title="2025_08-27_Lehigh-University-Logo_KO-RGB (2).png"/>
          <p:cNvPicPr preferRelativeResize="0"/>
          <p:nvPr/>
        </p:nvPicPr>
        <p:blipFill rotWithShape="1">
          <a:blip r:embed="rId2">
            <a:alphaModFix/>
          </a:blip>
          <a:srcRect b="-1306" l="-3627" r="-4645" t="-2321"/>
          <a:stretch/>
        </p:blipFill>
        <p:spPr>
          <a:xfrm>
            <a:off x="8551249" y="4587900"/>
            <a:ext cx="271100" cy="36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3" title="Sheild 4C.png"/>
          <p:cNvPicPr preferRelativeResize="0"/>
          <p:nvPr/>
        </p:nvPicPr>
        <p:blipFill rotWithShape="1">
          <a:blip r:embed="rId3">
            <a:alphaModFix/>
          </a:blip>
          <a:srcRect b="0" l="-2046" r="-2864" t="-1338"/>
          <a:stretch/>
        </p:blipFill>
        <p:spPr>
          <a:xfrm>
            <a:off x="8551250" y="4587900"/>
            <a:ext cx="271201" cy="36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3"/>
          <p:cNvSpPr/>
          <p:nvPr>
            <p:ph idx="2" type="pic"/>
          </p:nvPr>
        </p:nvSpPr>
        <p:spPr>
          <a:xfrm>
            <a:off x="1388275" y="938925"/>
            <a:ext cx="3434100" cy="3434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8" name="Google Shape;388;p43"/>
          <p:cNvSpPr txBox="1"/>
          <p:nvPr>
            <p:ph type="title"/>
          </p:nvPr>
        </p:nvSpPr>
        <p:spPr>
          <a:xfrm>
            <a:off x="457200" y="322550"/>
            <a:ext cx="4454700" cy="3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9" name="Google Shape;389;p43"/>
          <p:cNvSpPr/>
          <p:nvPr/>
        </p:nvSpPr>
        <p:spPr>
          <a:xfrm>
            <a:off x="5815400" y="-100"/>
            <a:ext cx="33285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43"/>
          <p:cNvSpPr txBox="1"/>
          <p:nvPr>
            <p:ph idx="3" type="title"/>
          </p:nvPr>
        </p:nvSpPr>
        <p:spPr>
          <a:xfrm>
            <a:off x="6265297" y="526450"/>
            <a:ext cx="2421600" cy="5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 b="0" sz="2800"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1" name="Google Shape;391;p43"/>
          <p:cNvSpPr txBox="1"/>
          <p:nvPr>
            <p:ph idx="1" type="subTitle"/>
          </p:nvPr>
        </p:nvSpPr>
        <p:spPr>
          <a:xfrm>
            <a:off x="6265297" y="938927"/>
            <a:ext cx="242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92" name="Google Shape;392;p43"/>
          <p:cNvSpPr txBox="1"/>
          <p:nvPr>
            <p:ph idx="4" type="title"/>
          </p:nvPr>
        </p:nvSpPr>
        <p:spPr>
          <a:xfrm>
            <a:off x="6265297" y="1877049"/>
            <a:ext cx="2421600" cy="5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 b="0" sz="2800"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3" name="Google Shape;393;p43"/>
          <p:cNvSpPr txBox="1"/>
          <p:nvPr>
            <p:ph idx="5" type="subTitle"/>
          </p:nvPr>
        </p:nvSpPr>
        <p:spPr>
          <a:xfrm>
            <a:off x="6265297" y="2289527"/>
            <a:ext cx="242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94" name="Google Shape;394;p43"/>
          <p:cNvSpPr txBox="1"/>
          <p:nvPr>
            <p:ph idx="6" type="title"/>
          </p:nvPr>
        </p:nvSpPr>
        <p:spPr>
          <a:xfrm>
            <a:off x="6254925" y="3268373"/>
            <a:ext cx="2421600" cy="5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 b="0" sz="2800"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5" name="Google Shape;395;p43"/>
          <p:cNvSpPr txBox="1"/>
          <p:nvPr>
            <p:ph idx="7" type="subTitle"/>
          </p:nvPr>
        </p:nvSpPr>
        <p:spPr>
          <a:xfrm>
            <a:off x="6254925" y="3680850"/>
            <a:ext cx="242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None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96" name="Google Shape;396;p43"/>
          <p:cNvSpPr txBox="1"/>
          <p:nvPr>
            <p:ph idx="8" type="subTitle"/>
          </p:nvPr>
        </p:nvSpPr>
        <p:spPr>
          <a:xfrm>
            <a:off x="457200" y="2599700"/>
            <a:ext cx="877800" cy="174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pic>
        <p:nvPicPr>
          <p:cNvPr id="397" name="Google Shape;397;p43" title="2025_08-27_Lehigh-University-Logo_RG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8288" y="4597350"/>
            <a:ext cx="217024" cy="2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3"/>
          <p:cNvSpPr txBox="1"/>
          <p:nvPr>
            <p:ph idx="9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. Closing slide w/list">
  <p:cSld name="CUSTOM_9_1_1_1_1_1_1_1_1_4_1_1_1_3_1_1_1_1_1_1_1_1_1_1_1_1_1_1_1_1_1_1_1_1_1_1_1">
    <p:bg>
      <p:bgPr>
        <a:solidFill>
          <a:schemeClr val="lt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4"/>
          <p:cNvSpPr txBox="1"/>
          <p:nvPr>
            <p:ph idx="1" type="subTitle"/>
          </p:nvPr>
        </p:nvSpPr>
        <p:spPr>
          <a:xfrm>
            <a:off x="5115975" y="1819923"/>
            <a:ext cx="3300600" cy="3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500"/>
              <a:buFont typeface="Inter SemiBold"/>
              <a:buNone/>
              <a:defRPr sz="15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1" name="Google Shape;401;p44"/>
          <p:cNvSpPr txBox="1"/>
          <p:nvPr>
            <p:ph idx="2" type="subTitle"/>
          </p:nvPr>
        </p:nvSpPr>
        <p:spPr>
          <a:xfrm>
            <a:off x="5115975" y="2091575"/>
            <a:ext cx="33006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2" name="Google Shape;402;p44"/>
          <p:cNvSpPr/>
          <p:nvPr/>
        </p:nvSpPr>
        <p:spPr>
          <a:xfrm>
            <a:off x="-16575" y="2750"/>
            <a:ext cx="45804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3" name="Google Shape;403;p44"/>
          <p:cNvSpPr txBox="1"/>
          <p:nvPr>
            <p:ph idx="3" type="subTitle"/>
          </p:nvPr>
        </p:nvSpPr>
        <p:spPr>
          <a:xfrm>
            <a:off x="5115975" y="2697148"/>
            <a:ext cx="3300600" cy="3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500"/>
              <a:buFont typeface="Inter SemiBold"/>
              <a:buNone/>
              <a:defRPr sz="15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4" name="Google Shape;404;p44"/>
          <p:cNvSpPr txBox="1"/>
          <p:nvPr>
            <p:ph idx="4" type="subTitle"/>
          </p:nvPr>
        </p:nvSpPr>
        <p:spPr>
          <a:xfrm>
            <a:off x="5115975" y="2948225"/>
            <a:ext cx="3300600" cy="4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5" name="Google Shape;405;p44"/>
          <p:cNvSpPr txBox="1"/>
          <p:nvPr>
            <p:ph idx="5" type="subTitle"/>
          </p:nvPr>
        </p:nvSpPr>
        <p:spPr>
          <a:xfrm>
            <a:off x="5115975" y="3613950"/>
            <a:ext cx="3300600" cy="3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4EE"/>
              </a:buClr>
              <a:buSzPts val="1500"/>
              <a:buFont typeface="Inter SemiBold"/>
              <a:buNone/>
              <a:defRPr sz="1500">
                <a:solidFill>
                  <a:srgbClr val="5E74EE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6" name="Google Shape;406;p44"/>
          <p:cNvSpPr txBox="1"/>
          <p:nvPr>
            <p:ph idx="6" type="subTitle"/>
          </p:nvPr>
        </p:nvSpPr>
        <p:spPr>
          <a:xfrm>
            <a:off x="5115975" y="3885625"/>
            <a:ext cx="33006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sz="13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5115975" y="651575"/>
            <a:ext cx="3570900" cy="9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08" name="Google Shape;408;p44" title="2025_07-16_Lehigh-University-Logo_Full-Color_KO-RGB_For-Digita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424" y="2014975"/>
            <a:ext cx="2923628" cy="61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. Closing slide w/list captions">
  <p:cSld name="CUSTOM_9_1_1_1_1_1_1_1_1_4_1_1_1_3_1_1_1_1_1_1_1_1_1_1_1_1_1_1_1_1_1_1_1_1_1_1_1_1">
    <p:bg>
      <p:bgPr>
        <a:solidFill>
          <a:schemeClr val="dk1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45" title="2025_07-16_Lehigh-University-Logo_Full-Color_KO-RGB_For-Digita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6274" y="1749825"/>
            <a:ext cx="4511473" cy="94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5"/>
          <p:cNvSpPr txBox="1"/>
          <p:nvPr>
            <p:ph idx="1" type="subTitle"/>
          </p:nvPr>
        </p:nvSpPr>
        <p:spPr>
          <a:xfrm>
            <a:off x="457200" y="4206150"/>
            <a:ext cx="2369400" cy="2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2" name="Google Shape;412;p45"/>
          <p:cNvSpPr txBox="1"/>
          <p:nvPr>
            <p:ph idx="2" type="subTitle"/>
          </p:nvPr>
        </p:nvSpPr>
        <p:spPr>
          <a:xfrm>
            <a:off x="457200" y="4460544"/>
            <a:ext cx="2369400" cy="2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3" name="Google Shape;413;p45"/>
          <p:cNvSpPr txBox="1"/>
          <p:nvPr>
            <p:ph idx="3" type="subTitle"/>
          </p:nvPr>
        </p:nvSpPr>
        <p:spPr>
          <a:xfrm>
            <a:off x="3387300" y="4206150"/>
            <a:ext cx="2369400" cy="2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4" name="Google Shape;414;p45"/>
          <p:cNvSpPr txBox="1"/>
          <p:nvPr>
            <p:ph idx="4" type="subTitle"/>
          </p:nvPr>
        </p:nvSpPr>
        <p:spPr>
          <a:xfrm>
            <a:off x="3387300" y="4460544"/>
            <a:ext cx="2369400" cy="2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5" name="Google Shape;415;p45"/>
          <p:cNvSpPr txBox="1"/>
          <p:nvPr>
            <p:ph idx="5" type="subTitle"/>
          </p:nvPr>
        </p:nvSpPr>
        <p:spPr>
          <a:xfrm>
            <a:off x="6317400" y="4206150"/>
            <a:ext cx="2369400" cy="2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6" name="Google Shape;416;p45"/>
          <p:cNvSpPr txBox="1"/>
          <p:nvPr>
            <p:ph idx="6" type="subTitle"/>
          </p:nvPr>
        </p:nvSpPr>
        <p:spPr>
          <a:xfrm>
            <a:off x="6317400" y="4460544"/>
            <a:ext cx="2369400" cy="2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"/>
              <a:buNone/>
              <a:def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. Closing slide 2-column w/text">
  <p:cSld name="CUSTOM_9_1_1_1_1_1_1_1_1_4_1_1_1_3_1_1_1_1_1_1_1_1_1_1_1_1_1_1_1_1_1_1_1_1_1_1_1_1_1">
    <p:bg>
      <p:bgPr>
        <a:solidFill>
          <a:schemeClr val="dk1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6"/>
          <p:cNvSpPr txBox="1"/>
          <p:nvPr>
            <p:ph type="title"/>
          </p:nvPr>
        </p:nvSpPr>
        <p:spPr>
          <a:xfrm>
            <a:off x="457200" y="651575"/>
            <a:ext cx="3537900" cy="369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"/>
              <a:buNone/>
              <a:defRPr b="1" sz="2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19" name="Google Shape;419;p46" title="2025_07-16_Lehigh-University-Logo_Full-Color_KO-RGB_For-Digita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25750" y="2082961"/>
            <a:ext cx="3155098" cy="6593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0" name="Google Shape;420;p46"/>
          <p:cNvCxnSpPr/>
          <p:nvPr/>
        </p:nvCxnSpPr>
        <p:spPr>
          <a:xfrm flipH="1">
            <a:off x="4555500" y="495188"/>
            <a:ext cx="33000" cy="3834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. Overprint logo on white">
  <p:cSld name="CUSTOM_9_1_1_1_1_1_1_1_1_4_1_1_1_3_1_1_1_1_1_1_1_1_1_1_1_1_1_1_1_1_1_1_1_1_1_1_1_1_1_1">
    <p:bg>
      <p:bgPr>
        <a:solidFill>
          <a:schemeClr val="lt1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47" title="2025_07-16_Lehigh-University-Logo_Full-Color-RGB_For-Digital (2).png"/>
          <p:cNvPicPr preferRelativeResize="0"/>
          <p:nvPr/>
        </p:nvPicPr>
        <p:blipFill rotWithShape="1">
          <a:blip r:embed="rId2">
            <a:alphaModFix/>
          </a:blip>
          <a:srcRect b="-4476" l="-1643" r="-1016" t="-3131"/>
          <a:stretch/>
        </p:blipFill>
        <p:spPr>
          <a:xfrm>
            <a:off x="1789050" y="1833225"/>
            <a:ext cx="5334001" cy="120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. Knockout logo on brown">
  <p:cSld name="CUSTOM_9_1_1_1_1_1_1_1_1_4_1_1_1_3_1_1_1_1_1_1_1_1_1_1_1_1_1_1_1_1_1_1_1_1_1_1_1_1_1_1_1">
    <p:bg>
      <p:bgPr>
        <a:solidFill>
          <a:schemeClr val="dk1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48" title="2025_07-16_Lehigh-University-Logo_Full-Color_KO-RGB_For-Digita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6733" y="1878985"/>
            <a:ext cx="5168323" cy="10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 Blank">
  <p:cSld name="CUSTOM_13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nd Resources 01 (view only)">
  <p:cSld name="CUSTOM_15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0"/>
          <p:cNvSpPr/>
          <p:nvPr/>
        </p:nvSpPr>
        <p:spPr>
          <a:xfrm>
            <a:off x="8150" y="-15050"/>
            <a:ext cx="9144000" cy="663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50"/>
          <p:cNvSpPr/>
          <p:nvPr/>
        </p:nvSpPr>
        <p:spPr>
          <a:xfrm>
            <a:off x="6329175" y="167000"/>
            <a:ext cx="2280300" cy="2781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sng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Lehigh University Brand Resources</a:t>
            </a:r>
            <a:r>
              <a:rPr b="1" lang="en" sz="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-&gt;</a:t>
            </a:r>
            <a:endParaRPr sz="15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29" name="Google Shape;429;p50" title="2025_07-16_Lehigh-University-Logo_Full-Color-RGB_For-Digit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963250"/>
            <a:ext cx="2489892" cy="538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0" title="2025_07-16_Lehigh-University-Logo_One-Color-RGB_For-Digit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787402"/>
            <a:ext cx="2489892" cy="538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50" title="2025_08-27_Lehigh-University-Shield-icon_Brown-RGB-digit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4902" y="1759069"/>
            <a:ext cx="480840" cy="663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50" title="2025_08-27_Lehigh-University-Shield-icon_NightSky-RGB-digital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1537" y="1759083"/>
            <a:ext cx="480837" cy="663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0" title="2025_08-27_Lehigh-University-Shield-icon_SerenityGarden-RGB-digita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31539" y="963239"/>
            <a:ext cx="480837" cy="663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50" title="2025_08-27_Lehigh-University-Logo_RGB.png"/>
          <p:cNvPicPr preferRelativeResize="0"/>
          <p:nvPr/>
        </p:nvPicPr>
        <p:blipFill rotWithShape="1">
          <a:blip r:embed="rId8">
            <a:alphaModFix/>
          </a:blip>
          <a:srcRect b="3180" l="1060" r="-1060" t="1600"/>
          <a:stretch/>
        </p:blipFill>
        <p:spPr>
          <a:xfrm>
            <a:off x="3604375" y="963239"/>
            <a:ext cx="521889" cy="663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50" title="Arrows-Brown-RGB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80350" y="2655250"/>
            <a:ext cx="1128110" cy="750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0" title="Arrows-NightSky-RGB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85948" y="3448301"/>
            <a:ext cx="1128125" cy="750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0" title="Arrows-SerenityGarden-RGB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185955" y="4186367"/>
            <a:ext cx="1128110" cy="750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50" title="Arrows-SpringViolet-RGB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553079" y="2655253"/>
            <a:ext cx="1128120" cy="750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0" title="Arrows-ValleyGreen-RGB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53079" y="3477835"/>
            <a:ext cx="1128120" cy="750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0" title="Arrows-BethlehemSky-RGB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553078" y="4270875"/>
            <a:ext cx="1128136" cy="750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0" title="Arrows-Brown-RGB.png"/>
          <p:cNvPicPr preferRelativeResize="0"/>
          <p:nvPr/>
        </p:nvPicPr>
        <p:blipFill rotWithShape="1">
          <a:blip r:embed="rId9">
            <a:alphaModFix/>
          </a:blip>
          <a:srcRect b="61662" l="6548" r="82734" t="6703"/>
          <a:stretch/>
        </p:blipFill>
        <p:spPr>
          <a:xfrm rot="5400000">
            <a:off x="3613923" y="2403781"/>
            <a:ext cx="500572" cy="983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50" title="Arrows-NightSky-RGB.png"/>
          <p:cNvPicPr preferRelativeResize="0"/>
          <p:nvPr/>
        </p:nvPicPr>
        <p:blipFill rotWithShape="1">
          <a:blip r:embed="rId10">
            <a:alphaModFix/>
          </a:blip>
          <a:srcRect b="61544" l="6389" r="83187" t="6273"/>
          <a:stretch/>
        </p:blipFill>
        <p:spPr>
          <a:xfrm rot="5400000">
            <a:off x="3626600" y="2976964"/>
            <a:ext cx="477450" cy="9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50" title="Arrows-SerenityGarden-RGB.png"/>
          <p:cNvPicPr preferRelativeResize="0"/>
          <p:nvPr/>
        </p:nvPicPr>
        <p:blipFill rotWithShape="1">
          <a:blip r:embed="rId11">
            <a:alphaModFix/>
          </a:blip>
          <a:srcRect b="61283" l="5747" r="83528" t="6822"/>
          <a:stretch/>
        </p:blipFill>
        <p:spPr>
          <a:xfrm rot="5400000">
            <a:off x="3615034" y="3614097"/>
            <a:ext cx="500572" cy="99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50" title="Arrows-SpringViolet-RGB.png"/>
          <p:cNvPicPr preferRelativeResize="0"/>
          <p:nvPr/>
        </p:nvPicPr>
        <p:blipFill rotWithShape="1">
          <a:blip r:embed="rId12">
            <a:alphaModFix/>
          </a:blip>
          <a:srcRect b="61910" l="6910" r="82888" t="6519"/>
          <a:stretch/>
        </p:blipFill>
        <p:spPr>
          <a:xfrm rot="5400000">
            <a:off x="3626602" y="4259687"/>
            <a:ext cx="477450" cy="983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50" title="Arrows-ValleyGreen-RGB.png"/>
          <p:cNvPicPr preferRelativeResize="0"/>
          <p:nvPr/>
        </p:nvPicPr>
        <p:blipFill rotWithShape="1">
          <a:blip r:embed="rId13">
            <a:alphaModFix/>
          </a:blip>
          <a:srcRect b="62410" l="6661" r="83573" t="6418"/>
          <a:stretch/>
        </p:blipFill>
        <p:spPr>
          <a:xfrm rot="5400000">
            <a:off x="4856659" y="3617861"/>
            <a:ext cx="462909" cy="983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50" title="Arrows-BethlehemSky-RGB.png"/>
          <p:cNvPicPr preferRelativeResize="0"/>
          <p:nvPr/>
        </p:nvPicPr>
        <p:blipFill rotWithShape="1">
          <a:blip r:embed="rId14">
            <a:alphaModFix/>
          </a:blip>
          <a:srcRect b="61352" l="6653" r="82983" t="6334"/>
          <a:stretch/>
        </p:blipFill>
        <p:spPr>
          <a:xfrm rot="5400000">
            <a:off x="4853568" y="4255943"/>
            <a:ext cx="477450" cy="990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0" title="Photographic-Elements-NightSky-RGB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71250" y="3235869"/>
            <a:ext cx="1445811" cy="487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50" title="Photographic-Elements-SerenityGarden-RGB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71250" y="3816490"/>
            <a:ext cx="1445806" cy="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50" title="Photographic-Elements-SpringViolet-RGB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71250" y="4361525"/>
            <a:ext cx="1445806" cy="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0" title="Photographic-Elements-ValleyGreen-RGB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817046" y="3772815"/>
            <a:ext cx="1445806" cy="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50" title="Photographic-Elements-AutumnDusk-RGB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817046" y="3192194"/>
            <a:ext cx="1445806" cy="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0" title="Photographic-Elements-BethlehemSky-RGB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817046" y="4317850"/>
            <a:ext cx="1445806" cy="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0" title="Photographic-Elements-Brown-RGB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71250" y="2655250"/>
            <a:ext cx="1445806" cy="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0" title="Photographic-Elements-GoldenHour-RGB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817046" y="2611575"/>
            <a:ext cx="1445806" cy="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0" title="Grid-ValleyGreen-RGB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6849821" y="929650"/>
            <a:ext cx="797951" cy="797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50" title="Grid-SpringViolet-RGB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7781363" y="1785519"/>
            <a:ext cx="797955" cy="797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50" title="Grid-SerenityGarden-RGB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869950" y="1752464"/>
            <a:ext cx="797955" cy="797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50" title="Grid-NightSky-RGB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6849821" y="1755098"/>
            <a:ext cx="797955" cy="797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50" title="Grid-Brown-RGB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7781363" y="912951"/>
            <a:ext cx="797955" cy="797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50" title="Grid-BethlehemSky-RGB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869960" y="929650"/>
            <a:ext cx="797955" cy="797955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50"/>
          <p:cNvSpPr txBox="1"/>
          <p:nvPr/>
        </p:nvSpPr>
        <p:spPr>
          <a:xfrm>
            <a:off x="371250" y="100550"/>
            <a:ext cx="54987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Use elements on this page when placing on </a:t>
            </a:r>
            <a:r>
              <a:rPr b="1" i="1" lang="en" sz="900">
                <a:solidFill>
                  <a:srgbClr val="646B6B"/>
                </a:solidFill>
                <a:latin typeface="Inter"/>
                <a:ea typeface="Inter"/>
                <a:cs typeface="Inter"/>
                <a:sym typeface="Inter"/>
              </a:rPr>
              <a:t>light backgrounds </a:t>
            </a:r>
            <a:r>
              <a:rPr i="1" lang="en" sz="9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To use, copy &amp; paste any slide.</a:t>
            </a:r>
            <a:endParaRPr i="1" sz="9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Double click image to crop graphic elements and arrows as needed to use a singular element.</a:t>
            </a:r>
            <a:endParaRPr i="1" sz="9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462" name="Google Shape;462;p50" title="Arrows-GoldenHour-RGB.png"/>
          <p:cNvPicPr preferRelativeResize="0"/>
          <p:nvPr/>
        </p:nvPicPr>
        <p:blipFill rotWithShape="1">
          <a:blip r:embed="rId29">
            <a:alphaModFix/>
          </a:blip>
          <a:srcRect b="61129" l="6423" r="82730" t="5304"/>
          <a:stretch/>
        </p:blipFill>
        <p:spPr>
          <a:xfrm rot="5400000">
            <a:off x="4849389" y="2402575"/>
            <a:ext cx="477450" cy="983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0" title="Arrows-AutumnDusk-RGB.png"/>
          <p:cNvPicPr preferRelativeResize="0"/>
          <p:nvPr/>
        </p:nvPicPr>
        <p:blipFill rotWithShape="1">
          <a:blip r:embed="rId30">
            <a:alphaModFix/>
          </a:blip>
          <a:srcRect b="61707" l="5916" r="83451" t="5147"/>
          <a:stretch/>
        </p:blipFill>
        <p:spPr>
          <a:xfrm rot="5400000">
            <a:off x="4863999" y="2971989"/>
            <a:ext cx="477752" cy="9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50"/>
          <p:cNvSpPr txBox="1"/>
          <p:nvPr/>
        </p:nvSpPr>
        <p:spPr>
          <a:xfrm>
            <a:off x="457200" y="2043488"/>
            <a:ext cx="8216400" cy="14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VIEW ONLY VERSION</a:t>
            </a:r>
            <a:endParaRPr i="1" sz="1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(internal use)</a:t>
            </a:r>
            <a:endParaRPr i="1" sz="1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nd Resources 0 (view only)">
  <p:cSld name="CUSTOM_16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/>
        </p:nvSpPr>
        <p:spPr>
          <a:xfrm>
            <a:off x="-7" y="0"/>
            <a:ext cx="9144000" cy="648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7" name="Google Shape;467;p51"/>
          <p:cNvSpPr/>
          <p:nvPr/>
        </p:nvSpPr>
        <p:spPr>
          <a:xfrm>
            <a:off x="6140225" y="167000"/>
            <a:ext cx="2469300" cy="2781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8" name="Google Shape;468;p51"/>
          <p:cNvSpPr txBox="1"/>
          <p:nvPr/>
        </p:nvSpPr>
        <p:spPr>
          <a:xfrm>
            <a:off x="6198600" y="144579"/>
            <a:ext cx="23739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2"/>
              </a:rPr>
              <a:t>Lehigh </a:t>
            </a:r>
            <a:r>
              <a:rPr b="1" lang="en" sz="9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University</a:t>
            </a:r>
            <a:r>
              <a:rPr b="1" lang="en" sz="9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 Brand Resources</a:t>
            </a:r>
            <a:r>
              <a:rPr b="1" lang="en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-&gt;</a:t>
            </a:r>
            <a:endParaRPr b="1"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9" name="Google Shape;469;p51"/>
          <p:cNvSpPr txBox="1"/>
          <p:nvPr>
            <p:ph type="title"/>
          </p:nvPr>
        </p:nvSpPr>
        <p:spPr>
          <a:xfrm>
            <a:off x="457200" y="200825"/>
            <a:ext cx="5598000" cy="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0" i="1" sz="9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nd Resources 00 (view only)">
  <p:cSld name="CUSTOM_16_1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2"/>
          <p:cNvSpPr/>
          <p:nvPr/>
        </p:nvSpPr>
        <p:spPr>
          <a:xfrm>
            <a:off x="-7" y="0"/>
            <a:ext cx="9144000" cy="648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2" name="Google Shape;472;p52"/>
          <p:cNvSpPr txBox="1"/>
          <p:nvPr>
            <p:ph type="title"/>
          </p:nvPr>
        </p:nvSpPr>
        <p:spPr>
          <a:xfrm>
            <a:off x="457200" y="200825"/>
            <a:ext cx="5598000" cy="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0" i="1" sz="9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3" name="Google Shape;473;p52"/>
          <p:cNvSpPr txBox="1"/>
          <p:nvPr/>
        </p:nvSpPr>
        <p:spPr>
          <a:xfrm>
            <a:off x="371250" y="948525"/>
            <a:ext cx="99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Primary Palette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4" name="Google Shape;474;p52"/>
          <p:cNvSpPr txBox="1"/>
          <p:nvPr/>
        </p:nvSpPr>
        <p:spPr>
          <a:xfrm>
            <a:off x="371250" y="2391200"/>
            <a:ext cx="155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Secondary Palette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5" name="Google Shape;475;p52"/>
          <p:cNvSpPr txBox="1"/>
          <p:nvPr/>
        </p:nvSpPr>
        <p:spPr>
          <a:xfrm>
            <a:off x="3713325" y="939288"/>
            <a:ext cx="20196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Heading Font: Inter Bold</a:t>
            </a:r>
            <a:endParaRPr i="1" sz="6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Subheading Font: Inter Semibold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6" name="Google Shape;476;p52"/>
          <p:cNvSpPr txBox="1"/>
          <p:nvPr/>
        </p:nvSpPr>
        <p:spPr>
          <a:xfrm>
            <a:off x="3713325" y="2276150"/>
            <a:ext cx="1890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Headline Font: Instrument Serif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Subheading Font: Inter Light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7" name="Google Shape;477;p52"/>
          <p:cNvSpPr txBox="1"/>
          <p:nvPr/>
        </p:nvSpPr>
        <p:spPr>
          <a:xfrm>
            <a:off x="6399625" y="948525"/>
            <a:ext cx="228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Body Font: Inter Regular or Light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8" name="Google Shape;478;p52"/>
          <p:cNvSpPr txBox="1"/>
          <p:nvPr/>
        </p:nvSpPr>
        <p:spPr>
          <a:xfrm>
            <a:off x="6399625" y="2952050"/>
            <a:ext cx="228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Body Font: Sora Normal or Light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9" name="Google Shape;479;p52"/>
          <p:cNvSpPr txBox="1"/>
          <p:nvPr/>
        </p:nvSpPr>
        <p:spPr>
          <a:xfrm>
            <a:off x="3713325" y="3701238"/>
            <a:ext cx="22803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Headline Font: Sora Bold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Subheading Font: Instrument Serif Italic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80" name="Google Shape;480;p52"/>
          <p:cNvSpPr/>
          <p:nvPr/>
        </p:nvSpPr>
        <p:spPr>
          <a:xfrm>
            <a:off x="6140225" y="167000"/>
            <a:ext cx="2469300" cy="2781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1" name="Google Shape;481;p52"/>
          <p:cNvSpPr txBox="1"/>
          <p:nvPr/>
        </p:nvSpPr>
        <p:spPr>
          <a:xfrm>
            <a:off x="6198600" y="144579"/>
            <a:ext cx="23739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2"/>
              </a:rPr>
              <a:t>Lehigh University Brand </a:t>
            </a:r>
            <a:r>
              <a:rPr b="1" lang="en" sz="9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Hub</a:t>
            </a:r>
            <a:r>
              <a:rPr b="1" lang="en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-&gt;</a:t>
            </a:r>
            <a:endParaRPr b="1"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nd Resources 02 (view only)">
  <p:cSld name="CUSTOM_15_1">
    <p:bg>
      <p:bgPr>
        <a:solidFill>
          <a:schemeClr val="dk1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3"/>
          <p:cNvSpPr/>
          <p:nvPr/>
        </p:nvSpPr>
        <p:spPr>
          <a:xfrm>
            <a:off x="-125" y="-23725"/>
            <a:ext cx="9144000" cy="6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4" name="Google Shape;484;p53"/>
          <p:cNvSpPr/>
          <p:nvPr/>
        </p:nvSpPr>
        <p:spPr>
          <a:xfrm>
            <a:off x="6329175" y="167000"/>
            <a:ext cx="2280300" cy="278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sng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Lehigh University Brand Resources</a:t>
            </a:r>
            <a:r>
              <a:rPr b="1" lang="en" sz="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-&gt;</a:t>
            </a:r>
            <a:endParaRPr sz="15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5" name="Google Shape;485;p53" title="2025_07-16_Lehigh-University-Logo_Full-Color_KO-RGB_For-Digital.png"/>
          <p:cNvPicPr preferRelativeResize="0"/>
          <p:nvPr/>
        </p:nvPicPr>
        <p:blipFill rotWithShape="1">
          <a:blip r:embed="rId3">
            <a:alphaModFix/>
          </a:blip>
          <a:srcRect b="0" l="-2131" r="-1819" t="-7596"/>
          <a:stretch/>
        </p:blipFill>
        <p:spPr>
          <a:xfrm>
            <a:off x="457200" y="963250"/>
            <a:ext cx="2489892" cy="538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53" title="2025_07-16_Lehigh-University-Logo_One-Color-KO-RGB_For-Digital.png"/>
          <p:cNvPicPr preferRelativeResize="0"/>
          <p:nvPr/>
        </p:nvPicPr>
        <p:blipFill rotWithShape="1">
          <a:blip r:embed="rId4">
            <a:alphaModFix/>
          </a:blip>
          <a:srcRect b="0" l="-1819" r="-2131" t="-7596"/>
          <a:stretch/>
        </p:blipFill>
        <p:spPr>
          <a:xfrm>
            <a:off x="465550" y="1779050"/>
            <a:ext cx="2489902" cy="5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3" title="2025_08-27_Lehigh-University-Logo_One-Color-KO1.png"/>
          <p:cNvPicPr preferRelativeResize="0"/>
          <p:nvPr/>
        </p:nvPicPr>
        <p:blipFill rotWithShape="1">
          <a:blip r:embed="rId5">
            <a:alphaModFix/>
          </a:blip>
          <a:srcRect b="508" l="-984" r="-3673" t="-4167"/>
          <a:stretch/>
        </p:blipFill>
        <p:spPr>
          <a:xfrm>
            <a:off x="3925165" y="955042"/>
            <a:ext cx="417046" cy="575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53" title="2025_08-27_Lehigh-University-Logo_KO-RGB.png"/>
          <p:cNvPicPr preferRelativeResize="0"/>
          <p:nvPr/>
        </p:nvPicPr>
        <p:blipFill rotWithShape="1">
          <a:blip r:embed="rId6">
            <a:alphaModFix/>
          </a:blip>
          <a:srcRect b="249" l="0" r="-13753" t="-3908"/>
          <a:stretch/>
        </p:blipFill>
        <p:spPr>
          <a:xfrm>
            <a:off x="3308813" y="955042"/>
            <a:ext cx="452649" cy="575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53" title="Arrows-White-RGB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8275" y="2774134"/>
            <a:ext cx="1009644" cy="67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53" title="Arrows-GoldenHour-RGB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3285" y="3483904"/>
            <a:ext cx="1009659" cy="67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3" title="Arrows-MountaintopMist-RGB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93292" y="4144464"/>
            <a:ext cx="1009644" cy="67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3" title="Arrows-FirstLight-RGB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49274" y="2774137"/>
            <a:ext cx="1009654" cy="67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53" title="Arrows-CherryBlossom-RGB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49274" y="3510337"/>
            <a:ext cx="1009654" cy="67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53" title="Arrows-PatinaGreen-RGB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49273" y="4220098"/>
            <a:ext cx="1009669" cy="67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3" title="Arrows-GoldenHour-RGB.png"/>
          <p:cNvPicPr preferRelativeResize="0"/>
          <p:nvPr/>
        </p:nvPicPr>
        <p:blipFill rotWithShape="1">
          <a:blip r:embed="rId8">
            <a:alphaModFix/>
          </a:blip>
          <a:srcRect b="61129" l="6423" r="82730" t="5304"/>
          <a:stretch/>
        </p:blipFill>
        <p:spPr>
          <a:xfrm rot="5400000">
            <a:off x="4849402" y="3592100"/>
            <a:ext cx="477450" cy="983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53" title="Arrows-CherryBlossom-RGB.png"/>
          <p:cNvPicPr preferRelativeResize="0"/>
          <p:nvPr/>
        </p:nvPicPr>
        <p:blipFill rotWithShape="1">
          <a:blip r:embed="rId11">
            <a:alphaModFix/>
          </a:blip>
          <a:srcRect b="61327" l="7180" r="82900" t="6616"/>
          <a:stretch/>
        </p:blipFill>
        <p:spPr>
          <a:xfrm rot="5400000">
            <a:off x="4855048" y="2475925"/>
            <a:ext cx="449152" cy="96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53" title="Arrows-BethlehemSky-RGB.png"/>
          <p:cNvPicPr preferRelativeResize="0"/>
          <p:nvPr/>
        </p:nvPicPr>
        <p:blipFill rotWithShape="1">
          <a:blip r:embed="rId13">
            <a:alphaModFix/>
          </a:blip>
          <a:srcRect b="61352" l="6653" r="82983" t="6334"/>
          <a:stretch/>
        </p:blipFill>
        <p:spPr>
          <a:xfrm rot="5400000">
            <a:off x="3633102" y="4157931"/>
            <a:ext cx="477450" cy="990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53" title="Photographic-Elements-PatinaGreen-RGB.png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59483" y="3235869"/>
            <a:ext cx="1445811" cy="487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53" title="Photographic-Elements-CherryBlossom-RGB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781321" y="2661890"/>
            <a:ext cx="1445806" cy="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3" title="Photographic-Elements-FirstLight-RGB.png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781321" y="3192194"/>
            <a:ext cx="1445806" cy="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53" title="Photographic-Elements-White-RGB.png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59483" y="2661888"/>
            <a:ext cx="1445806" cy="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53" title="Photographic-Elements-MountaintopMist-RGB.png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59483" y="3776863"/>
            <a:ext cx="1445806" cy="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53" title="Grid-PatinaGreen-RGB.png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818971" y="929650"/>
            <a:ext cx="797951" cy="797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53" title="Grid-MountaintopMist-RGB.png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781363" y="1754669"/>
            <a:ext cx="797955" cy="797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53" title="Grid-GoldenHour-RGB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869950" y="1752464"/>
            <a:ext cx="797955" cy="797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53" title="Grid-AutumnDusk-RGB.png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818971" y="1755098"/>
            <a:ext cx="797955" cy="797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53" title="Grid-CherryBlossom-RGB.png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781363" y="928376"/>
            <a:ext cx="797955" cy="797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53" title="Grid-White-RGB.png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869960" y="929650"/>
            <a:ext cx="797955" cy="79795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3"/>
          <p:cNvSpPr txBox="1"/>
          <p:nvPr/>
        </p:nvSpPr>
        <p:spPr>
          <a:xfrm>
            <a:off x="371250" y="100550"/>
            <a:ext cx="54987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Use elements on this page when placing on </a:t>
            </a:r>
            <a:r>
              <a:rPr b="1" i="1" lang="en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dark backgrounds</a:t>
            </a:r>
            <a:r>
              <a:rPr i="1" lang="en" sz="9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. To use, copy &amp; paste any slide.</a:t>
            </a:r>
            <a:endParaRPr i="1"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Double click image to crop graphic elements and arrows as needed to use a singular element.</a:t>
            </a:r>
            <a:endParaRPr i="1"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510" name="Google Shape;510;p53" title="2025_08-27_Lehigh-University-Shield-icon_PatinaGreen-RGB-digital1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3335896" y="1726329"/>
            <a:ext cx="398482" cy="555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53" title="2025_08-27_Lehigh-University-Shield-icon_MountaintopMist-RGB-digital1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3934447" y="1726329"/>
            <a:ext cx="398482" cy="555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53" title="2025_08-27_Lehigh-University-Shield-icon_GoldenHour-RGB-digital1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5118105" y="1726329"/>
            <a:ext cx="398482" cy="555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53" title="2025_08-27_Lehigh-University-Shield-icon_FirstLight-RGB-digital1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18105" y="955042"/>
            <a:ext cx="398482" cy="555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53" title="2025_08-27_Lehigh-University-Shield-icon_CherryBlossom-RGB-digital.png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4505342" y="955042"/>
            <a:ext cx="398482" cy="555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53" title="2025_08-27_Lehigh-University-Shield-icon_AutumnDusk-RGB-digital1.png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505903" y="1726329"/>
            <a:ext cx="397360" cy="55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53" title="Photographic-Elements-AutumnDusk-RGB.png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1781321" y="4309769"/>
            <a:ext cx="1445806" cy="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53" title="Photographic-Elements-GoldenHour-RGB.png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1781321" y="3729150"/>
            <a:ext cx="1445806" cy="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53" title="Photographic-Elements-BethlehemSky-RGB.png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359483" y="4317850"/>
            <a:ext cx="1445806" cy="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53" title="Arrows-BethlehemSky-RGB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905254" y="2760924"/>
            <a:ext cx="1009654" cy="67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3" title="Arrows-AutumnDusk-RGB.png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7905254" y="3497125"/>
            <a:ext cx="1009654" cy="67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53" title="Arrows-ValleyGreen-RGB.png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7905253" y="4206885"/>
            <a:ext cx="1009669" cy="67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53" title="Arrows-White-RGB.png"/>
          <p:cNvPicPr preferRelativeResize="0"/>
          <p:nvPr/>
        </p:nvPicPr>
        <p:blipFill rotWithShape="1">
          <a:blip r:embed="rId7">
            <a:alphaModFix/>
          </a:blip>
          <a:srcRect b="60986" l="6816" r="82599" t="6007"/>
          <a:stretch/>
        </p:blipFill>
        <p:spPr>
          <a:xfrm rot="5400000">
            <a:off x="3636852" y="2477081"/>
            <a:ext cx="477450" cy="990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53" title="Arrows-PatinaGreen-RGB.png"/>
          <p:cNvPicPr preferRelativeResize="0"/>
          <p:nvPr/>
        </p:nvPicPr>
        <p:blipFill rotWithShape="1">
          <a:blip r:embed="rId12">
            <a:alphaModFix/>
          </a:blip>
          <a:srcRect b="61600" l="6173" r="83402" t="5127"/>
          <a:stretch/>
        </p:blipFill>
        <p:spPr>
          <a:xfrm rot="5400000">
            <a:off x="3640372" y="3042661"/>
            <a:ext cx="462909" cy="983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53" title="Arrows-AutumnDusk-RGB.png"/>
          <p:cNvPicPr preferRelativeResize="0"/>
          <p:nvPr/>
        </p:nvPicPr>
        <p:blipFill rotWithShape="1">
          <a:blip r:embed="rId34">
            <a:alphaModFix/>
          </a:blip>
          <a:srcRect b="61707" l="5916" r="83451" t="5147"/>
          <a:stretch/>
        </p:blipFill>
        <p:spPr>
          <a:xfrm rot="5400000">
            <a:off x="4864011" y="4145114"/>
            <a:ext cx="477752" cy="9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53" title="Arrows-MountaintopMist-RGB.png"/>
          <p:cNvPicPr preferRelativeResize="0"/>
          <p:nvPr/>
        </p:nvPicPr>
        <p:blipFill rotWithShape="1">
          <a:blip r:embed="rId9">
            <a:alphaModFix/>
          </a:blip>
          <a:srcRect b="61081" l="5936" r="83077" t="4961"/>
          <a:stretch/>
        </p:blipFill>
        <p:spPr>
          <a:xfrm rot="5400000">
            <a:off x="3632826" y="3592111"/>
            <a:ext cx="477998" cy="9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53" title="Arrows-FirstLight-RGB.png"/>
          <p:cNvPicPr preferRelativeResize="0"/>
          <p:nvPr/>
        </p:nvPicPr>
        <p:blipFill rotWithShape="1">
          <a:blip r:embed="rId10">
            <a:alphaModFix/>
          </a:blip>
          <a:srcRect b="60712" l="6662" r="82869" t="5874"/>
          <a:stretch/>
        </p:blipFill>
        <p:spPr>
          <a:xfrm rot="5400000">
            <a:off x="4856672" y="3042661"/>
            <a:ext cx="462909" cy="983282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53"/>
          <p:cNvSpPr txBox="1"/>
          <p:nvPr/>
        </p:nvSpPr>
        <p:spPr>
          <a:xfrm>
            <a:off x="457200" y="2043488"/>
            <a:ext cx="8216400" cy="14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VIEW ONLY VERSION</a:t>
            </a:r>
            <a:endParaRPr i="1" sz="1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(internal use)</a:t>
            </a:r>
            <a:endParaRPr i="1" sz="1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nd Resources 03 (view only)">
  <p:cSld name="CUSTOM_15_1_1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4"/>
          <p:cNvSpPr/>
          <p:nvPr/>
        </p:nvSpPr>
        <p:spPr>
          <a:xfrm>
            <a:off x="8225" y="-15050"/>
            <a:ext cx="9144000" cy="663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0" name="Google Shape;530;p54"/>
          <p:cNvSpPr/>
          <p:nvPr/>
        </p:nvSpPr>
        <p:spPr>
          <a:xfrm>
            <a:off x="6470125" y="167000"/>
            <a:ext cx="2139300" cy="2781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2"/>
              </a:rPr>
              <a:t>Lehigh University Brand Hub</a:t>
            </a:r>
            <a:r>
              <a:rPr b="1" lang="en" sz="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-&gt;</a:t>
            </a:r>
            <a:endParaRPr sz="1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1" name="Google Shape;531;p54"/>
          <p:cNvSpPr/>
          <p:nvPr/>
        </p:nvSpPr>
        <p:spPr>
          <a:xfrm>
            <a:off x="470425" y="1314975"/>
            <a:ext cx="849600" cy="849600"/>
          </a:xfrm>
          <a:prstGeom prst="rect">
            <a:avLst/>
          </a:prstGeom>
          <a:solidFill>
            <a:schemeClr val="dk1"/>
          </a:solidFill>
          <a:ln cap="flat" cmpd="sng" w="8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2" name="Google Shape;532;p54"/>
          <p:cNvSpPr/>
          <p:nvPr/>
        </p:nvSpPr>
        <p:spPr>
          <a:xfrm>
            <a:off x="1466498" y="1314975"/>
            <a:ext cx="849600" cy="849600"/>
          </a:xfrm>
          <a:prstGeom prst="rect">
            <a:avLst/>
          </a:prstGeom>
          <a:solidFill>
            <a:schemeClr val="lt1"/>
          </a:solidFill>
          <a:ln cap="flat" cmpd="sng" w="8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350" lIns="85350" spcFirstLastPara="1" rIns="85350" wrap="square" tIns="85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Google Shape;533;p54"/>
          <p:cNvSpPr/>
          <p:nvPr/>
        </p:nvSpPr>
        <p:spPr>
          <a:xfrm>
            <a:off x="1759646" y="2831298"/>
            <a:ext cx="549300" cy="54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55175" lIns="55175" spcFirstLastPara="1" rIns="55175" wrap="square" tIns="5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5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Google Shape;534;p54"/>
          <p:cNvSpPr/>
          <p:nvPr/>
        </p:nvSpPr>
        <p:spPr>
          <a:xfrm>
            <a:off x="457200" y="2831298"/>
            <a:ext cx="549300" cy="549300"/>
          </a:xfrm>
          <a:prstGeom prst="rect">
            <a:avLst/>
          </a:prstGeom>
          <a:solidFill>
            <a:srgbClr val="F5E9AD"/>
          </a:solidFill>
          <a:ln>
            <a:noFill/>
          </a:ln>
        </p:spPr>
        <p:txBody>
          <a:bodyPr anchorCtr="0" anchor="ctr" bIns="55175" lIns="55175" spcFirstLastPara="1" rIns="55175" wrap="square" tIns="5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5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Google Shape;535;p54"/>
          <p:cNvSpPr/>
          <p:nvPr/>
        </p:nvSpPr>
        <p:spPr>
          <a:xfrm>
            <a:off x="2410868" y="2831298"/>
            <a:ext cx="549300" cy="549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55175" lIns="55175" spcFirstLastPara="1" rIns="55175" wrap="square" tIns="5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5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Google Shape;536;p54"/>
          <p:cNvSpPr/>
          <p:nvPr/>
        </p:nvSpPr>
        <p:spPr>
          <a:xfrm>
            <a:off x="457200" y="3497607"/>
            <a:ext cx="549300" cy="54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5175" lIns="55175" spcFirstLastPara="1" rIns="55175" wrap="square" tIns="5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5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Google Shape;537;p54"/>
          <p:cNvSpPr/>
          <p:nvPr/>
        </p:nvSpPr>
        <p:spPr>
          <a:xfrm>
            <a:off x="2410868" y="3497607"/>
            <a:ext cx="549300" cy="54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5175" lIns="55175" spcFirstLastPara="1" rIns="55175" wrap="square" tIns="5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5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54"/>
          <p:cNvSpPr/>
          <p:nvPr/>
        </p:nvSpPr>
        <p:spPr>
          <a:xfrm>
            <a:off x="1108423" y="3497607"/>
            <a:ext cx="549300" cy="549300"/>
          </a:xfrm>
          <a:prstGeom prst="rect">
            <a:avLst/>
          </a:prstGeom>
          <a:solidFill>
            <a:srgbClr val="66B0FF"/>
          </a:solidFill>
          <a:ln>
            <a:noFill/>
          </a:ln>
        </p:spPr>
        <p:txBody>
          <a:bodyPr anchorCtr="0" anchor="ctr" bIns="55175" lIns="55175" spcFirstLastPara="1" rIns="55175" wrap="square" tIns="5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5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9" name="Google Shape;539;p54"/>
          <p:cNvSpPr/>
          <p:nvPr/>
        </p:nvSpPr>
        <p:spPr>
          <a:xfrm>
            <a:off x="1759646" y="3497607"/>
            <a:ext cx="549300" cy="549300"/>
          </a:xfrm>
          <a:prstGeom prst="rect">
            <a:avLst/>
          </a:prstGeom>
          <a:solidFill>
            <a:srgbClr val="5E74EE"/>
          </a:solidFill>
          <a:ln>
            <a:noFill/>
          </a:ln>
        </p:spPr>
        <p:txBody>
          <a:bodyPr anchorCtr="0" anchor="ctr" bIns="55175" lIns="55175" spcFirstLastPara="1" rIns="55175" wrap="square" tIns="5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5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Google Shape;540;p54"/>
          <p:cNvSpPr/>
          <p:nvPr/>
        </p:nvSpPr>
        <p:spPr>
          <a:xfrm>
            <a:off x="457200" y="4163888"/>
            <a:ext cx="549300" cy="549300"/>
          </a:xfrm>
          <a:prstGeom prst="rect">
            <a:avLst/>
          </a:prstGeom>
          <a:solidFill>
            <a:srgbClr val="AFEDC9"/>
          </a:solidFill>
          <a:ln>
            <a:noFill/>
          </a:ln>
        </p:spPr>
        <p:txBody>
          <a:bodyPr anchorCtr="0" anchor="ctr" bIns="55175" lIns="55175" spcFirstLastPara="1" rIns="55175" wrap="square" tIns="5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5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1" name="Google Shape;541;p54"/>
          <p:cNvSpPr/>
          <p:nvPr/>
        </p:nvSpPr>
        <p:spPr>
          <a:xfrm>
            <a:off x="1759646" y="4163888"/>
            <a:ext cx="549300" cy="549300"/>
          </a:xfrm>
          <a:prstGeom prst="rect">
            <a:avLst/>
          </a:prstGeom>
          <a:solidFill>
            <a:srgbClr val="1B3A24"/>
          </a:solidFill>
          <a:ln>
            <a:noFill/>
          </a:ln>
        </p:spPr>
        <p:txBody>
          <a:bodyPr anchorCtr="0" anchor="ctr" bIns="55175" lIns="55175" spcFirstLastPara="1" rIns="55175" wrap="square" tIns="5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5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2" name="Google Shape;542;p54"/>
          <p:cNvSpPr/>
          <p:nvPr/>
        </p:nvSpPr>
        <p:spPr>
          <a:xfrm>
            <a:off x="1108423" y="2831298"/>
            <a:ext cx="549300" cy="549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55175" lIns="55175" spcFirstLastPara="1" rIns="55175" wrap="square" tIns="5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5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3" name="Google Shape;543;p54"/>
          <p:cNvSpPr/>
          <p:nvPr/>
        </p:nvSpPr>
        <p:spPr>
          <a:xfrm>
            <a:off x="1108423" y="4163888"/>
            <a:ext cx="549300" cy="549300"/>
          </a:xfrm>
          <a:prstGeom prst="rect">
            <a:avLst/>
          </a:prstGeom>
          <a:solidFill>
            <a:srgbClr val="2CB357"/>
          </a:solidFill>
          <a:ln>
            <a:noFill/>
          </a:ln>
        </p:spPr>
        <p:txBody>
          <a:bodyPr anchorCtr="0" anchor="ctr" bIns="55175" lIns="55175" spcFirstLastPara="1" rIns="55175" wrap="square" tIns="5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5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4" name="Google Shape;544;p54"/>
          <p:cNvSpPr txBox="1"/>
          <p:nvPr/>
        </p:nvSpPr>
        <p:spPr>
          <a:xfrm>
            <a:off x="371250" y="948525"/>
            <a:ext cx="99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Primary Palette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45" name="Google Shape;545;p54"/>
          <p:cNvSpPr txBox="1"/>
          <p:nvPr/>
        </p:nvSpPr>
        <p:spPr>
          <a:xfrm>
            <a:off x="371250" y="2391200"/>
            <a:ext cx="155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Secondary Palette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46" name="Google Shape;546;p54"/>
          <p:cNvSpPr txBox="1"/>
          <p:nvPr/>
        </p:nvSpPr>
        <p:spPr>
          <a:xfrm>
            <a:off x="3713325" y="939288"/>
            <a:ext cx="20196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Heading Font: Inter Bold</a:t>
            </a:r>
            <a:endParaRPr i="1" sz="6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Subheading Font: Inter Semibold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47" name="Google Shape;547;p54"/>
          <p:cNvSpPr txBox="1"/>
          <p:nvPr/>
        </p:nvSpPr>
        <p:spPr>
          <a:xfrm>
            <a:off x="3713325" y="1301300"/>
            <a:ext cx="17256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56750" lIns="56750" spcFirstLastPara="1" rIns="56750" wrap="square" tIns="5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2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Heading</a:t>
            </a:r>
            <a:endParaRPr sz="1118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8" name="Google Shape;548;p54"/>
          <p:cNvSpPr txBox="1"/>
          <p:nvPr/>
        </p:nvSpPr>
        <p:spPr>
          <a:xfrm>
            <a:off x="3713325" y="1725036"/>
            <a:ext cx="17256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6750" lIns="56750" spcFirstLastPara="1" rIns="56750" wrap="square" tIns="56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6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Subheading</a:t>
            </a:r>
            <a:endParaRPr sz="136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49" name="Google Shape;549;p54"/>
          <p:cNvSpPr txBox="1"/>
          <p:nvPr/>
        </p:nvSpPr>
        <p:spPr>
          <a:xfrm>
            <a:off x="3713325" y="2276150"/>
            <a:ext cx="1890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Headline Font: Instrument Serif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Subheading Font: Inter Light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50" name="Google Shape;550;p54"/>
          <p:cNvSpPr txBox="1"/>
          <p:nvPr/>
        </p:nvSpPr>
        <p:spPr>
          <a:xfrm>
            <a:off x="3713325" y="2696624"/>
            <a:ext cx="1725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7675" lIns="67675" spcFirstLastPara="1" rIns="67675" wrap="square" tIns="6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38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Heading</a:t>
            </a:r>
            <a:endParaRPr sz="1628">
              <a:solidFill>
                <a:schemeClr val="dk1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551" name="Google Shape;551;p54"/>
          <p:cNvSpPr txBox="1"/>
          <p:nvPr/>
        </p:nvSpPr>
        <p:spPr>
          <a:xfrm>
            <a:off x="3713325" y="3227012"/>
            <a:ext cx="17256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67675" lIns="67675" spcFirstLastPara="1" rIns="67675" wrap="square" tIns="67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2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Subheading</a:t>
            </a:r>
            <a:endParaRPr sz="1621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52" name="Google Shape;552;p54"/>
          <p:cNvSpPr txBox="1"/>
          <p:nvPr/>
        </p:nvSpPr>
        <p:spPr>
          <a:xfrm>
            <a:off x="6399625" y="948525"/>
            <a:ext cx="228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Body Font: Inter Regular or Light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53" name="Google Shape;553;p54"/>
          <p:cNvSpPr txBox="1"/>
          <p:nvPr/>
        </p:nvSpPr>
        <p:spPr>
          <a:xfrm>
            <a:off x="6399625" y="1214100"/>
            <a:ext cx="22803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6275" lIns="86275" spcFirstLastPara="1" rIns="86275" wrap="square" tIns="86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incididunt ut labore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4" name="Google Shape;554;p54"/>
          <p:cNvSpPr txBox="1"/>
          <p:nvPr/>
        </p:nvSpPr>
        <p:spPr>
          <a:xfrm>
            <a:off x="6399625" y="1890222"/>
            <a:ext cx="22803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6275" lIns="86275" spcFirstLastPara="1" rIns="86275" wrap="square" tIns="86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Lorem ipsum dolor sit amet, consectetur adipiscing elit, incididunt ut labore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55" name="Google Shape;555;p54"/>
          <p:cNvSpPr txBox="1"/>
          <p:nvPr/>
        </p:nvSpPr>
        <p:spPr>
          <a:xfrm>
            <a:off x="6399625" y="2952050"/>
            <a:ext cx="228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Body Font: Sora Normal or Light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56" name="Google Shape;556;p54"/>
          <p:cNvSpPr txBox="1"/>
          <p:nvPr/>
        </p:nvSpPr>
        <p:spPr>
          <a:xfrm>
            <a:off x="6399625" y="3273900"/>
            <a:ext cx="22803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6275" lIns="86275" spcFirstLastPara="1" rIns="86275" wrap="square" tIns="86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Lorem ipsum dolor sit amet, consectetur adipiscing elit, sed do eiusmod tempor incididunt </a:t>
            </a:r>
            <a:endParaRPr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7" name="Google Shape;557;p54"/>
          <p:cNvSpPr txBox="1"/>
          <p:nvPr/>
        </p:nvSpPr>
        <p:spPr>
          <a:xfrm>
            <a:off x="3713325" y="3701238"/>
            <a:ext cx="22803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Headline Font: Sora Bold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Subheading Font: Instrument Serif Italic</a:t>
            </a:r>
            <a:endParaRPr i="1" sz="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3713325" y="4079887"/>
            <a:ext cx="17787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9750" lIns="69750" spcFirstLastPara="1" rIns="69750" wrap="square" tIns="6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77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Heading</a:t>
            </a:r>
            <a:endParaRPr b="1" sz="708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9" name="Google Shape;559;p54"/>
          <p:cNvSpPr txBox="1"/>
          <p:nvPr/>
        </p:nvSpPr>
        <p:spPr>
          <a:xfrm>
            <a:off x="3713325" y="4468114"/>
            <a:ext cx="1778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9750" lIns="69750" spcFirstLastPara="1" rIns="69750" wrap="square" tIns="69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48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Subheading</a:t>
            </a:r>
            <a:endParaRPr i="1" sz="1848">
              <a:solidFill>
                <a:schemeClr val="dk1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560" name="Google Shape;560;p54"/>
          <p:cNvSpPr txBox="1"/>
          <p:nvPr/>
        </p:nvSpPr>
        <p:spPr>
          <a:xfrm>
            <a:off x="6399625" y="3933950"/>
            <a:ext cx="22803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6275" lIns="86275" spcFirstLastPara="1" rIns="86275" wrap="square" tIns="86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rPr>
              <a:t>Lorem ipsum dolor sit amet, consectetur adipiscing elit, sed do eiusmod tempor incididunt </a:t>
            </a:r>
            <a:endParaRPr sz="1000">
              <a:solidFill>
                <a:schemeClr val="dk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561" name="Google Shape;561;p54"/>
          <p:cNvSpPr txBox="1"/>
          <p:nvPr/>
        </p:nvSpPr>
        <p:spPr>
          <a:xfrm>
            <a:off x="457200" y="1987900"/>
            <a:ext cx="8216400" cy="14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VIEW ONLY VERSION</a:t>
            </a:r>
            <a:endParaRPr i="1" sz="1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(internal use)</a:t>
            </a:r>
            <a:endParaRPr i="1" sz="1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(view only)">
  <p:cSld name="CUSTOM_9_1_1_1_1_1_1_1_1_4_1_1_1_3_1_1_1_1_1_1_1_1_1_1_1_1_1_1_1_1_1_1_1_1_1_1_1_1_1_1_1_1">
    <p:bg>
      <p:bgPr>
        <a:solidFill>
          <a:srgbClr val="F3F3F3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5"/>
          <p:cNvSpPr txBox="1"/>
          <p:nvPr/>
        </p:nvSpPr>
        <p:spPr>
          <a:xfrm>
            <a:off x="457200" y="490025"/>
            <a:ext cx="6101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rPr>
              <a:t>The following pages contain layout options for</a:t>
            </a:r>
            <a:endParaRPr sz="1700">
              <a:solidFill>
                <a:srgbClr val="646B6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64" name="Google Shape;564;p55"/>
          <p:cNvSpPr txBox="1"/>
          <p:nvPr>
            <p:ph type="title"/>
          </p:nvPr>
        </p:nvSpPr>
        <p:spPr>
          <a:xfrm>
            <a:off x="457200" y="1384200"/>
            <a:ext cx="6150000" cy="29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46B6B"/>
              </a:buClr>
              <a:buSzPts val="4900"/>
              <a:buFont typeface="Inter Light"/>
              <a:buNone/>
              <a:defRPr b="0" sz="4900">
                <a:solidFill>
                  <a:srgbClr val="646B6B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Inter Light"/>
              <a:buNone/>
              <a:defRPr sz="37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Inter Light"/>
              <a:buNone/>
              <a:defRPr sz="37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Inter Light"/>
              <a:buNone/>
              <a:defRPr sz="37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Inter Light"/>
              <a:buNone/>
              <a:defRPr sz="37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Inter Light"/>
              <a:buNone/>
              <a:defRPr sz="37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Inter Light"/>
              <a:buNone/>
              <a:defRPr sz="37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Inter Light"/>
              <a:buNone/>
              <a:defRPr sz="37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Inter Light"/>
              <a:buNone/>
              <a:defRPr sz="37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65" name="Google Shape;565;p55"/>
          <p:cNvSpPr/>
          <p:nvPr/>
        </p:nvSpPr>
        <p:spPr>
          <a:xfrm>
            <a:off x="7508050" y="501750"/>
            <a:ext cx="178800" cy="139200"/>
          </a:xfrm>
          <a:prstGeom prst="rightArrow">
            <a:avLst>
              <a:gd fmla="val 37558" name="adj1"/>
              <a:gd fmla="val 5907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6" name="Google Shape;566;p55"/>
          <p:cNvSpPr txBox="1"/>
          <p:nvPr/>
        </p:nvSpPr>
        <p:spPr>
          <a:xfrm>
            <a:off x="7686850" y="398850"/>
            <a:ext cx="1136100" cy="19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46B6B"/>
                </a:solidFill>
                <a:latin typeface="Inter"/>
                <a:ea typeface="Inter"/>
                <a:cs typeface="Inter"/>
                <a:sym typeface="Inter"/>
              </a:rPr>
              <a:t>This slide is a section divider for internal use and is </a:t>
            </a:r>
            <a:r>
              <a:rPr b="1" lang="en" sz="900">
                <a:solidFill>
                  <a:srgbClr val="646B6B"/>
                </a:solidFill>
                <a:latin typeface="Inter"/>
                <a:ea typeface="Inter"/>
                <a:cs typeface="Inter"/>
                <a:sym typeface="Inter"/>
              </a:rPr>
              <a:t>not a layout option.</a:t>
            </a:r>
            <a:endParaRPr b="1" sz="900">
              <a:solidFill>
                <a:srgbClr val="646B6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46B6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46B6B"/>
                </a:solidFill>
                <a:latin typeface="Inter"/>
                <a:ea typeface="Inter"/>
                <a:cs typeface="Inter"/>
                <a:sym typeface="Inter"/>
              </a:rPr>
              <a:t>Delete this page </a:t>
            </a:r>
            <a:br>
              <a:rPr lang="en" sz="900">
                <a:solidFill>
                  <a:srgbClr val="646B6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900">
                <a:solidFill>
                  <a:srgbClr val="646B6B"/>
                </a:solidFill>
                <a:latin typeface="Inter"/>
                <a:ea typeface="Inter"/>
                <a:cs typeface="Inter"/>
                <a:sym typeface="Inter"/>
              </a:rPr>
              <a:t>in your final presentation.</a:t>
            </a:r>
            <a:endParaRPr sz="900">
              <a:solidFill>
                <a:srgbClr val="646B6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46B6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46B6B"/>
                </a:solidFill>
                <a:latin typeface="Inter"/>
                <a:ea typeface="Inter"/>
                <a:cs typeface="Inter"/>
                <a:sym typeface="Inter"/>
              </a:rPr>
              <a:t>Revisit page 2 for help on how to use this template.</a:t>
            </a:r>
            <a:endParaRPr sz="900">
              <a:solidFill>
                <a:srgbClr val="646B6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use (view only)">
  <p:cSld name="CUSTOM_9_1_1_1_1_1_1_1_1_4_1_1_1_3_1_1_1_1_1_1_1_1_1_1_1_1_1_1_1_1_1_1_1_1_1_1_1_1_1_1_1_1_1_2">
    <p:bg>
      <p:bgPr>
        <a:noFill/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6"/>
          <p:cNvSpPr/>
          <p:nvPr/>
        </p:nvSpPr>
        <p:spPr>
          <a:xfrm>
            <a:off x="6356650" y="57225"/>
            <a:ext cx="2787600" cy="5086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9" name="Google Shape;569;p56"/>
          <p:cNvSpPr txBox="1"/>
          <p:nvPr/>
        </p:nvSpPr>
        <p:spPr>
          <a:xfrm>
            <a:off x="457200" y="434875"/>
            <a:ext cx="62295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02D0E"/>
                </a:solidFill>
                <a:latin typeface="Inter Light"/>
                <a:ea typeface="Inter Light"/>
                <a:cs typeface="Inter Light"/>
                <a:sym typeface="Inter Light"/>
              </a:rPr>
              <a:t>How to customize this presentation</a:t>
            </a:r>
            <a:endParaRPr sz="2500">
              <a:solidFill>
                <a:srgbClr val="502D0E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70" name="Google Shape;570;p56"/>
          <p:cNvSpPr txBox="1"/>
          <p:nvPr/>
        </p:nvSpPr>
        <p:spPr>
          <a:xfrm>
            <a:off x="829557" y="1213570"/>
            <a:ext cx="17547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02D0E"/>
                </a:solidFill>
                <a:latin typeface="Inter Black"/>
                <a:ea typeface="Inter Black"/>
                <a:cs typeface="Inter Black"/>
                <a:sym typeface="Inter Black"/>
              </a:rPr>
              <a:t>Review &amp; Select Layouts</a:t>
            </a:r>
            <a:endParaRPr sz="1000">
              <a:solidFill>
                <a:srgbClr val="502D0E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571" name="Google Shape;571;p56" title="Screenshot 2025-12-15 at 2.14.05 PM.png"/>
          <p:cNvPicPr preferRelativeResize="0"/>
          <p:nvPr/>
        </p:nvPicPr>
        <p:blipFill rotWithShape="1">
          <a:blip r:embed="rId2">
            <a:alphaModFix/>
          </a:blip>
          <a:srcRect b="41948" l="2222" r="-22980" t="0"/>
          <a:stretch/>
        </p:blipFill>
        <p:spPr>
          <a:xfrm>
            <a:off x="2324800" y="1431400"/>
            <a:ext cx="831000" cy="1340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56"/>
          <p:cNvSpPr txBox="1"/>
          <p:nvPr/>
        </p:nvSpPr>
        <p:spPr>
          <a:xfrm>
            <a:off x="457200" y="3632514"/>
            <a:ext cx="1174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02D0E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" sz="800">
                <a:solidFill>
                  <a:srgbClr val="502D0E"/>
                </a:solidFill>
                <a:latin typeface="Inter"/>
                <a:ea typeface="Inter"/>
                <a:cs typeface="Inter"/>
                <a:sym typeface="Inter"/>
              </a:rPr>
              <a:t>ou can also view and apply layouts by selecting a slide and clicking the layout button in the navigation or going to:</a:t>
            </a:r>
            <a:endParaRPr sz="800">
              <a:solidFill>
                <a:srgbClr val="502D0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02D0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02D0E"/>
                </a:solidFill>
                <a:latin typeface="Inter"/>
                <a:ea typeface="Inter"/>
                <a:cs typeface="Inter"/>
                <a:sym typeface="Inter"/>
              </a:rPr>
              <a:t>Slide &gt; Apply Layout</a:t>
            </a:r>
            <a:endParaRPr b="1" sz="800">
              <a:solidFill>
                <a:srgbClr val="502D0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73" name="Google Shape;573;p56" title="Screenshot 2026-01-16 at 1.28.20 PM.png"/>
          <p:cNvPicPr preferRelativeResize="0"/>
          <p:nvPr/>
        </p:nvPicPr>
        <p:blipFill rotWithShape="1">
          <a:blip r:embed="rId3">
            <a:alphaModFix/>
          </a:blip>
          <a:srcRect b="35691" l="0" r="3883" t="2580"/>
          <a:stretch/>
        </p:blipFill>
        <p:spPr>
          <a:xfrm>
            <a:off x="1789223" y="3754222"/>
            <a:ext cx="1329928" cy="1094879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56"/>
          <p:cNvSpPr txBox="1"/>
          <p:nvPr/>
        </p:nvSpPr>
        <p:spPr>
          <a:xfrm>
            <a:off x="457200" y="1477450"/>
            <a:ext cx="16608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file automatically has every layout option inserted as a slide. 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Layouts are based on suggested content and categorized into sections defined by the </a:t>
            </a:r>
            <a:r>
              <a:rPr b="1" lang="en" sz="8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gray dividers (delete these in your final presentation).</a:t>
            </a:r>
            <a:endParaRPr b="1" sz="800">
              <a:solidFill>
                <a:srgbClr val="502D0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5" name="Google Shape;575;p56"/>
          <p:cNvSpPr txBox="1"/>
          <p:nvPr/>
        </p:nvSpPr>
        <p:spPr>
          <a:xfrm>
            <a:off x="3830088" y="1477450"/>
            <a:ext cx="19143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02D0E"/>
                </a:solidFill>
                <a:latin typeface="Inter"/>
                <a:ea typeface="Inter"/>
                <a:cs typeface="Inter"/>
                <a:sym typeface="Inter"/>
              </a:rPr>
              <a:t>Select layout templates that best suit your content and add your own text and images. To edit text boxes and add photos to placeholder frames, click inside the box.</a:t>
            </a:r>
            <a:endParaRPr sz="800">
              <a:solidFill>
                <a:srgbClr val="502D0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02D0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502D0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02D0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6" name="Google Shape;576;p56"/>
          <p:cNvSpPr txBox="1"/>
          <p:nvPr/>
        </p:nvSpPr>
        <p:spPr>
          <a:xfrm>
            <a:off x="3830088" y="3627613"/>
            <a:ext cx="9936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Remove unused layouts from your final presentation by selecting the </a:t>
            </a:r>
            <a:r>
              <a:rPr lang="en" sz="800">
                <a:solidFill>
                  <a:srgbClr val="502D0E"/>
                </a:solidFill>
                <a:latin typeface="Inter"/>
                <a:ea typeface="Inter"/>
                <a:cs typeface="Inter"/>
                <a:sym typeface="Inter"/>
              </a:rPr>
              <a:t>slide and clicking delete or going to: </a:t>
            </a:r>
            <a:endParaRPr sz="800">
              <a:solidFill>
                <a:srgbClr val="502D0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02D0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02D0E"/>
                </a:solidFill>
                <a:latin typeface="Inter"/>
                <a:ea typeface="Inter"/>
                <a:cs typeface="Inter"/>
                <a:sym typeface="Inter"/>
              </a:rPr>
              <a:t>Edit &gt; Delete</a:t>
            </a:r>
            <a:endParaRPr b="1" sz="800">
              <a:solidFill>
                <a:srgbClr val="502D0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77" name="Google Shape;577;p56"/>
          <p:cNvCxnSpPr/>
          <p:nvPr/>
        </p:nvCxnSpPr>
        <p:spPr>
          <a:xfrm>
            <a:off x="3442625" y="1220725"/>
            <a:ext cx="0" cy="3645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78" name="Google Shape;578;p56" title="Screenshot 2025-12-16 at 1.15.20 PM.png"/>
          <p:cNvPicPr preferRelativeResize="0"/>
          <p:nvPr/>
        </p:nvPicPr>
        <p:blipFill rotWithShape="1">
          <a:blip r:embed="rId4">
            <a:alphaModFix/>
          </a:blip>
          <a:srcRect b="0" l="0" r="2695" t="0"/>
          <a:stretch/>
        </p:blipFill>
        <p:spPr>
          <a:xfrm>
            <a:off x="3768247" y="2201702"/>
            <a:ext cx="1103999" cy="694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56" title="Screenshot 2025-12-15 at 2.26.5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0432" y="2246054"/>
            <a:ext cx="993599" cy="698597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56"/>
          <p:cNvSpPr/>
          <p:nvPr/>
        </p:nvSpPr>
        <p:spPr>
          <a:xfrm>
            <a:off x="5271757" y="2545540"/>
            <a:ext cx="125100" cy="9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07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075" lIns="91075" spcFirstLastPara="1" rIns="91075" wrap="square" tIns="91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1" name="Google Shape;581;p56"/>
          <p:cNvSpPr/>
          <p:nvPr/>
        </p:nvSpPr>
        <p:spPr>
          <a:xfrm>
            <a:off x="3796001" y="2404166"/>
            <a:ext cx="1110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9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82" name="Google Shape;582;p56" title="Screenshot 2025-12-15 at 2.16.40 PM.png"/>
          <p:cNvPicPr preferRelativeResize="0"/>
          <p:nvPr/>
        </p:nvPicPr>
        <p:blipFill rotWithShape="1">
          <a:blip r:embed="rId6">
            <a:alphaModFix/>
          </a:blip>
          <a:srcRect b="95855" l="0" r="12365" t="0"/>
          <a:stretch/>
        </p:blipFill>
        <p:spPr>
          <a:xfrm>
            <a:off x="1742769" y="3635501"/>
            <a:ext cx="1329929" cy="110688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56"/>
          <p:cNvSpPr/>
          <p:nvPr/>
        </p:nvSpPr>
        <p:spPr>
          <a:xfrm>
            <a:off x="1703744" y="3646604"/>
            <a:ext cx="1110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9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84" name="Google Shape;584;p56" title="Screenshot 2025-12-15 at 2.14.05 PM.png"/>
          <p:cNvPicPr preferRelativeResize="0"/>
          <p:nvPr/>
        </p:nvPicPr>
        <p:blipFill rotWithShape="1">
          <a:blip r:embed="rId2">
            <a:alphaModFix/>
          </a:blip>
          <a:srcRect b="19354" l="7304" r="0" t="28367"/>
          <a:stretch/>
        </p:blipFill>
        <p:spPr>
          <a:xfrm>
            <a:off x="5047213" y="3614813"/>
            <a:ext cx="641100" cy="12135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5" name="Google Shape;585;p56"/>
          <p:cNvCxnSpPr/>
          <p:nvPr/>
        </p:nvCxnSpPr>
        <p:spPr>
          <a:xfrm>
            <a:off x="5083338" y="3651838"/>
            <a:ext cx="577800" cy="277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56"/>
          <p:cNvCxnSpPr/>
          <p:nvPr/>
        </p:nvCxnSpPr>
        <p:spPr>
          <a:xfrm flipH="1" rot="10800000">
            <a:off x="5073613" y="3651838"/>
            <a:ext cx="596100" cy="272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56"/>
          <p:cNvCxnSpPr/>
          <p:nvPr/>
        </p:nvCxnSpPr>
        <p:spPr>
          <a:xfrm>
            <a:off x="5128338" y="4337813"/>
            <a:ext cx="577800" cy="277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56"/>
          <p:cNvCxnSpPr/>
          <p:nvPr/>
        </p:nvCxnSpPr>
        <p:spPr>
          <a:xfrm flipH="1" rot="10800000">
            <a:off x="5118613" y="4337813"/>
            <a:ext cx="596100" cy="272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" name="Google Shape;589;p56"/>
          <p:cNvSpPr txBox="1"/>
          <p:nvPr/>
        </p:nvSpPr>
        <p:spPr>
          <a:xfrm>
            <a:off x="457200" y="2791952"/>
            <a:ext cx="9750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Layout Categories: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t/>
            </a:r>
            <a:endParaRPr b="1" sz="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Titles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 Lists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 Section Openers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Google Shape;590;p56"/>
          <p:cNvSpPr txBox="1"/>
          <p:nvPr/>
        </p:nvSpPr>
        <p:spPr>
          <a:xfrm>
            <a:off x="1568317" y="2981823"/>
            <a:ext cx="641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 Text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 Topics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Quotes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56"/>
          <p:cNvSpPr txBox="1"/>
          <p:nvPr/>
        </p:nvSpPr>
        <p:spPr>
          <a:xfrm>
            <a:off x="2211900" y="2981810"/>
            <a:ext cx="8832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 Photo Features 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 Stats + Data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 Closing Slides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2" name="Google Shape;592;p56"/>
          <p:cNvSpPr txBox="1"/>
          <p:nvPr/>
        </p:nvSpPr>
        <p:spPr>
          <a:xfrm>
            <a:off x="6709075" y="1149475"/>
            <a:ext cx="19143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02D0E"/>
                </a:solidFill>
                <a:latin typeface="Inter"/>
                <a:ea typeface="Inter"/>
                <a:cs typeface="Inter"/>
                <a:sym typeface="Inter"/>
              </a:rPr>
              <a:t>Looking for images to customize your Google slide deck? Access thousands of approved Lehigh images</a:t>
            </a:r>
            <a:r>
              <a:rPr lang="en" sz="800">
                <a:solidFill>
                  <a:srgbClr val="502D0E"/>
                </a:solidFill>
                <a:latin typeface="Inter"/>
                <a:ea typeface="Inter"/>
                <a:cs typeface="Inter"/>
                <a:sym typeface="Inter"/>
              </a:rPr>
              <a:t> via Asset Bank </a:t>
            </a:r>
            <a:r>
              <a:rPr lang="en" sz="800">
                <a:solidFill>
                  <a:srgbClr val="502D0E"/>
                </a:solidFill>
                <a:latin typeface="Inter"/>
                <a:ea typeface="Inter"/>
                <a:cs typeface="Inter"/>
                <a:sym typeface="Inter"/>
              </a:rPr>
              <a:t>(sign in as an internal user with </a:t>
            </a:r>
            <a:r>
              <a:rPr lang="en" sz="800">
                <a:solidFill>
                  <a:srgbClr val="502D0E"/>
                </a:solidFill>
                <a:latin typeface="Inter"/>
                <a:ea typeface="Inter"/>
                <a:cs typeface="Inter"/>
                <a:sym typeface="Inter"/>
              </a:rPr>
              <a:t>your Lehigh email &amp; password).</a:t>
            </a:r>
            <a:endParaRPr sz="2000">
              <a:solidFill>
                <a:srgbClr val="502D0E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93" name="Google Shape;593;p56"/>
          <p:cNvSpPr/>
          <p:nvPr/>
        </p:nvSpPr>
        <p:spPr>
          <a:xfrm>
            <a:off x="6709075" y="2030300"/>
            <a:ext cx="1789500" cy="271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4" name="Google Shape;594;p56"/>
          <p:cNvSpPr txBox="1"/>
          <p:nvPr>
            <p:ph idx="1" type="subTitle"/>
          </p:nvPr>
        </p:nvSpPr>
        <p:spPr>
          <a:xfrm>
            <a:off x="6810575" y="2096313"/>
            <a:ext cx="1564500" cy="1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 sz="9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5" name="Google Shape;595;p56"/>
          <p:cNvSpPr txBox="1"/>
          <p:nvPr/>
        </p:nvSpPr>
        <p:spPr>
          <a:xfrm>
            <a:off x="6709075" y="2630625"/>
            <a:ext cx="1977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02D0E"/>
                </a:solidFill>
                <a:latin typeface="Inter Light"/>
                <a:ea typeface="Inter Light"/>
                <a:cs typeface="Inter Light"/>
                <a:sym typeface="Inter Light"/>
              </a:rPr>
              <a:t>Writing &amp; Design Resources</a:t>
            </a:r>
            <a:endParaRPr sz="2000">
              <a:solidFill>
                <a:srgbClr val="502D0E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96" name="Google Shape;596;p56"/>
          <p:cNvSpPr txBox="1"/>
          <p:nvPr/>
        </p:nvSpPr>
        <p:spPr>
          <a:xfrm>
            <a:off x="6709075" y="445025"/>
            <a:ext cx="1977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02D0E"/>
                </a:solidFill>
                <a:latin typeface="Inter Light"/>
                <a:ea typeface="Inter Light"/>
                <a:cs typeface="Inter Light"/>
                <a:sym typeface="Inter Light"/>
              </a:rPr>
              <a:t>Photography Resources</a:t>
            </a:r>
            <a:endParaRPr sz="2000">
              <a:solidFill>
                <a:srgbClr val="502D0E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97" name="Google Shape;597;p56"/>
          <p:cNvSpPr txBox="1"/>
          <p:nvPr/>
        </p:nvSpPr>
        <p:spPr>
          <a:xfrm>
            <a:off x="6709075" y="3360900"/>
            <a:ext cx="18669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Get inspired with Lehigh's thoughtfully curated toolkit that empowers all of our passionate storytellers. </a:t>
            </a:r>
            <a:r>
              <a:rPr lang="en" sz="800">
                <a:solidFill>
                  <a:srgbClr val="502D0E"/>
                </a:solidFill>
                <a:latin typeface="Inter"/>
                <a:ea typeface="Inter"/>
                <a:cs typeface="Inter"/>
                <a:sym typeface="Inter"/>
              </a:rPr>
              <a:t>Our digital Brand Hub illustrates how we can share a consistent, powerful and expressive platform. </a:t>
            </a:r>
            <a:endParaRPr sz="800">
              <a:solidFill>
                <a:srgbClr val="502D0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8" name="Google Shape;598;p56"/>
          <p:cNvSpPr/>
          <p:nvPr/>
        </p:nvSpPr>
        <p:spPr>
          <a:xfrm>
            <a:off x="6709075" y="4349075"/>
            <a:ext cx="1789500" cy="271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Google Shape;599;p56"/>
          <p:cNvSpPr txBox="1"/>
          <p:nvPr>
            <p:ph idx="2" type="subTitle"/>
          </p:nvPr>
        </p:nvSpPr>
        <p:spPr>
          <a:xfrm>
            <a:off x="6810575" y="4412513"/>
            <a:ext cx="1564500" cy="1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SemiBold"/>
              <a:buNone/>
              <a:defRPr sz="9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0" name="Google Shape;600;p56"/>
          <p:cNvSpPr/>
          <p:nvPr/>
        </p:nvSpPr>
        <p:spPr>
          <a:xfrm>
            <a:off x="467667" y="1149485"/>
            <a:ext cx="271500" cy="271500"/>
          </a:xfrm>
          <a:prstGeom prst="ellipse">
            <a:avLst/>
          </a:prstGeom>
          <a:solidFill>
            <a:srgbClr val="FFE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1" name="Google Shape;601;p56"/>
          <p:cNvSpPr txBox="1"/>
          <p:nvPr/>
        </p:nvSpPr>
        <p:spPr>
          <a:xfrm>
            <a:off x="544430" y="1224749"/>
            <a:ext cx="243300" cy="1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02D0E"/>
                </a:solidFill>
                <a:latin typeface="Inter Black"/>
                <a:ea typeface="Inter Black"/>
                <a:cs typeface="Inter Black"/>
                <a:sym typeface="Inter Black"/>
              </a:rPr>
              <a:t>01</a:t>
            </a:r>
            <a:endParaRPr sz="800">
              <a:solidFill>
                <a:srgbClr val="502D0E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602" name="Google Shape;602;p56"/>
          <p:cNvSpPr txBox="1"/>
          <p:nvPr/>
        </p:nvSpPr>
        <p:spPr>
          <a:xfrm>
            <a:off x="4166907" y="1223395"/>
            <a:ext cx="17547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02D0E"/>
                </a:solidFill>
                <a:latin typeface="Inter Black"/>
                <a:ea typeface="Inter Black"/>
                <a:cs typeface="Inter Black"/>
                <a:sym typeface="Inter Black"/>
              </a:rPr>
              <a:t>Add Text &amp; Images</a:t>
            </a:r>
            <a:endParaRPr sz="1000">
              <a:solidFill>
                <a:srgbClr val="502D0E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603" name="Google Shape;603;p56"/>
          <p:cNvSpPr/>
          <p:nvPr/>
        </p:nvSpPr>
        <p:spPr>
          <a:xfrm>
            <a:off x="3778842" y="1159310"/>
            <a:ext cx="271500" cy="271500"/>
          </a:xfrm>
          <a:prstGeom prst="ellipse">
            <a:avLst/>
          </a:prstGeom>
          <a:solidFill>
            <a:srgbClr val="FFE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4" name="Google Shape;604;p56"/>
          <p:cNvSpPr txBox="1"/>
          <p:nvPr/>
        </p:nvSpPr>
        <p:spPr>
          <a:xfrm>
            <a:off x="3850372" y="1234574"/>
            <a:ext cx="243300" cy="1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02D0E"/>
                </a:solidFill>
                <a:latin typeface="Inter Black"/>
                <a:ea typeface="Inter Black"/>
                <a:cs typeface="Inter Black"/>
                <a:sym typeface="Inter Black"/>
              </a:rPr>
              <a:t>02</a:t>
            </a:r>
            <a:endParaRPr sz="800">
              <a:solidFill>
                <a:srgbClr val="502D0E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605" name="Google Shape;605;p56"/>
          <p:cNvSpPr txBox="1"/>
          <p:nvPr/>
        </p:nvSpPr>
        <p:spPr>
          <a:xfrm>
            <a:off x="4178207" y="3338995"/>
            <a:ext cx="17547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02D0E"/>
                </a:solidFill>
                <a:latin typeface="Inter Black"/>
                <a:ea typeface="Inter Black"/>
                <a:cs typeface="Inter Black"/>
                <a:sym typeface="Inter Black"/>
              </a:rPr>
              <a:t>Delete Unused Layouts</a:t>
            </a:r>
            <a:endParaRPr sz="1000">
              <a:solidFill>
                <a:srgbClr val="502D0E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606" name="Google Shape;606;p56"/>
          <p:cNvSpPr/>
          <p:nvPr/>
        </p:nvSpPr>
        <p:spPr>
          <a:xfrm>
            <a:off x="3790142" y="3274910"/>
            <a:ext cx="271500" cy="271500"/>
          </a:xfrm>
          <a:prstGeom prst="ellipse">
            <a:avLst/>
          </a:prstGeom>
          <a:solidFill>
            <a:srgbClr val="FFE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7" name="Google Shape;607;p56"/>
          <p:cNvSpPr txBox="1"/>
          <p:nvPr/>
        </p:nvSpPr>
        <p:spPr>
          <a:xfrm>
            <a:off x="3860484" y="3352839"/>
            <a:ext cx="243300" cy="1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02D0E"/>
                </a:solidFill>
                <a:latin typeface="Inter Black"/>
                <a:ea typeface="Inter Black"/>
                <a:cs typeface="Inter Black"/>
                <a:sym typeface="Inter Black"/>
              </a:rPr>
              <a:t>03</a:t>
            </a:r>
            <a:endParaRPr sz="800">
              <a:solidFill>
                <a:srgbClr val="502D0E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608" name="Google Shape;608;p56"/>
          <p:cNvSpPr/>
          <p:nvPr/>
        </p:nvSpPr>
        <p:spPr>
          <a:xfrm>
            <a:off x="125" y="-8500"/>
            <a:ext cx="9144000" cy="309000"/>
          </a:xfrm>
          <a:prstGeom prst="rect">
            <a:avLst/>
          </a:prstGeom>
          <a:solidFill>
            <a:srgbClr val="FFE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high Presentation Template Title (view only)">
  <p:cSld name="CUSTOM_9_1_1_1_1_1_1_1_1_4_1_1_1_3_1_1_1_1_1_1_1_1_1_1_1_1_1_1_1_1_1_1_1_1_1_1_1_1_1_1_1_1_1_2_1">
    <p:bg>
      <p:bgPr>
        <a:solidFill>
          <a:schemeClr val="dk1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7"/>
          <p:cNvSpPr txBox="1"/>
          <p:nvPr/>
        </p:nvSpPr>
        <p:spPr>
          <a:xfrm>
            <a:off x="457200" y="2680875"/>
            <a:ext cx="6758400" cy="16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Inter"/>
              <a:buNone/>
            </a:pPr>
            <a:r>
              <a:rPr b="1" lang="en" sz="6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Presentation Template</a:t>
            </a:r>
            <a:endParaRPr b="1" sz="6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1" name="Google Shape;611;p57"/>
          <p:cNvSpPr txBox="1"/>
          <p:nvPr/>
        </p:nvSpPr>
        <p:spPr>
          <a:xfrm>
            <a:off x="591650" y="2111725"/>
            <a:ext cx="67584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 Light"/>
              <a:buNone/>
            </a:pPr>
            <a:r>
              <a:rPr lang="en" sz="28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Lehigh University </a:t>
            </a:r>
            <a:endParaRPr sz="2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12" name="Google Shape;612;p57"/>
          <p:cNvSpPr/>
          <p:nvPr/>
        </p:nvSpPr>
        <p:spPr>
          <a:xfrm>
            <a:off x="7215575" y="501750"/>
            <a:ext cx="178800" cy="139200"/>
          </a:xfrm>
          <a:prstGeom prst="rightArrow">
            <a:avLst>
              <a:gd fmla="val 37558" name="adj1"/>
              <a:gd fmla="val 5907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3" name="Google Shape;613;p57"/>
          <p:cNvSpPr txBox="1"/>
          <p:nvPr/>
        </p:nvSpPr>
        <p:spPr>
          <a:xfrm>
            <a:off x="7394375" y="398850"/>
            <a:ext cx="15312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Delete this page </a:t>
            </a:r>
            <a:br>
              <a:rPr lang="en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your presentation. </a:t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See page 2 for instructions on how </a:t>
            </a:r>
            <a:br>
              <a:rPr lang="en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to use this template.</a:t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4" name="Google Shape;614;p57" title="2025_07-16_Lehigh-University-Logo_Full-Color_KO-RGB_For-Digital.png"/>
          <p:cNvPicPr preferRelativeResize="0"/>
          <p:nvPr/>
        </p:nvPicPr>
        <p:blipFill rotWithShape="1">
          <a:blip r:embed="rId2">
            <a:alphaModFix/>
          </a:blip>
          <a:srcRect b="0" l="0" r="83294" t="0"/>
          <a:stretch/>
        </p:blipFill>
        <p:spPr>
          <a:xfrm>
            <a:off x="591650" y="445025"/>
            <a:ext cx="740250" cy="92602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7"/>
          <p:cNvSpPr txBox="1"/>
          <p:nvPr/>
        </p:nvSpPr>
        <p:spPr>
          <a:xfrm>
            <a:off x="8077950" y="4536125"/>
            <a:ext cx="7026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E41E"/>
                </a:solidFill>
                <a:latin typeface="Inter"/>
                <a:ea typeface="Inter"/>
                <a:cs typeface="Inter"/>
                <a:sym typeface="Inter"/>
              </a:rPr>
              <a:t>Updated </a:t>
            </a:r>
            <a:br>
              <a:rPr b="1" lang="en" sz="700">
                <a:solidFill>
                  <a:srgbClr val="FFE41E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04 / 20 / 25</a:t>
            </a:r>
            <a:endParaRPr b="1"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FFE41E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3 level Bullet List">
  <p:cSld name=" 3 level Bullet List"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8"/>
          <p:cNvSpPr txBox="1"/>
          <p:nvPr>
            <p:ph type="title"/>
          </p:nvPr>
        </p:nvSpPr>
        <p:spPr>
          <a:xfrm>
            <a:off x="427101" y="990600"/>
            <a:ext cx="78867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62100"/>
              </a:buClr>
              <a:buSzPts val="4200"/>
              <a:buNone/>
              <a:defRPr b="1" sz="4200">
                <a:solidFill>
                  <a:srgbClr val="5621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8" name="Google Shape;618;p58"/>
          <p:cNvSpPr txBox="1"/>
          <p:nvPr>
            <p:ph idx="1" type="body"/>
          </p:nvPr>
        </p:nvSpPr>
        <p:spPr>
          <a:xfrm>
            <a:off x="425194" y="1639069"/>
            <a:ext cx="83760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  <a:defRPr sz="1800"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19" name="Google Shape;619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0" name="Google Shape;620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60975" y="258650"/>
            <a:ext cx="1572601" cy="34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Text">
  <p:cSld name="1 Column Text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9"/>
          <p:cNvSpPr txBox="1"/>
          <p:nvPr>
            <p:ph idx="1" type="body"/>
          </p:nvPr>
        </p:nvSpPr>
        <p:spPr>
          <a:xfrm>
            <a:off x="427110" y="1641956"/>
            <a:ext cx="8374200" cy="28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>
                <a:solidFill>
                  <a:srgbClr val="000000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>
                <a:solidFill>
                  <a:srgbClr val="000000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>
                <a:solidFill>
                  <a:srgbClr val="000000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>
                <a:solidFill>
                  <a:srgbClr val="000000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23" name="Google Shape;623;p59"/>
          <p:cNvSpPr txBox="1"/>
          <p:nvPr>
            <p:ph type="title"/>
          </p:nvPr>
        </p:nvSpPr>
        <p:spPr>
          <a:xfrm>
            <a:off x="427101" y="990600"/>
            <a:ext cx="78867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ts val="2700"/>
              <a:buFont typeface="Arial"/>
              <a:buNone/>
              <a:defRPr sz="2700">
                <a:solidFill>
                  <a:srgbClr val="005BB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1"/>
          <p:cNvSpPr txBox="1"/>
          <p:nvPr>
            <p:ph type="title"/>
          </p:nvPr>
        </p:nvSpPr>
        <p:spPr>
          <a:xfrm>
            <a:off x="311522" y="133945"/>
            <a:ext cx="85209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50" lIns="32750" spcFirstLastPara="1" rIns="32750" wrap="square" tIns="327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9pPr>
          </a:lstStyle>
          <a:p/>
        </p:txBody>
      </p:sp>
      <p:sp>
        <p:nvSpPr>
          <p:cNvPr id="627" name="Google Shape;627;p61"/>
          <p:cNvSpPr txBox="1"/>
          <p:nvPr>
            <p:ph idx="1" type="body"/>
          </p:nvPr>
        </p:nvSpPr>
        <p:spPr>
          <a:xfrm>
            <a:off x="311522" y="1366242"/>
            <a:ext cx="85209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36550" lvl="5" marL="27432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■"/>
              <a:defRPr/>
            </a:lvl6pPr>
            <a:lvl7pPr indent="-336550" lvl="6" marL="32004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  <a:defRPr/>
            </a:lvl7pPr>
            <a:lvl8pPr indent="-336550" lvl="7" marL="36576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  <a:defRPr/>
            </a:lvl8pPr>
            <a:lvl9pPr indent="-336550" lvl="8" marL="41148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■"/>
              <a:defRPr/>
            </a:lvl9pPr>
          </a:lstStyle>
          <a:p/>
        </p:txBody>
      </p:sp>
      <p:sp>
        <p:nvSpPr>
          <p:cNvPr id="628" name="Google Shape;628;p61"/>
          <p:cNvSpPr txBox="1"/>
          <p:nvPr>
            <p:ph idx="12" type="sldNum"/>
          </p:nvPr>
        </p:nvSpPr>
        <p:spPr>
          <a:xfrm>
            <a:off x="4449997" y="4902398"/>
            <a:ext cx="239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2"/>
          <p:cNvSpPr txBox="1"/>
          <p:nvPr>
            <p:ph idx="1" type="body"/>
          </p:nvPr>
        </p:nvSpPr>
        <p:spPr>
          <a:xfrm>
            <a:off x="4724030" y="1366242"/>
            <a:ext cx="41019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  <a:defRPr sz="2100"/>
            </a:lvl1pPr>
            <a:lvl2pPr indent="-419100" lvl="1" marL="9144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○"/>
              <a:defRPr sz="2100"/>
            </a:lvl2pPr>
            <a:lvl3pPr indent="-419100" lvl="2" marL="13716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■"/>
              <a:defRPr sz="2100"/>
            </a:lvl3pPr>
            <a:lvl4pPr indent="-419100" lvl="3" marL="18288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  <a:defRPr sz="2100"/>
            </a:lvl4pPr>
            <a:lvl5pPr indent="-419100" lvl="4" marL="22860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○"/>
              <a:defRPr sz="2100"/>
            </a:lvl5pPr>
            <a:lvl6pPr indent="-336550" lvl="5" marL="27432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■"/>
              <a:defRPr/>
            </a:lvl6pPr>
            <a:lvl7pPr indent="-336550" lvl="6" marL="32004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  <a:defRPr/>
            </a:lvl7pPr>
            <a:lvl8pPr indent="-336550" lvl="7" marL="36576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  <a:defRPr/>
            </a:lvl8pPr>
            <a:lvl9pPr indent="-336550" lvl="8" marL="41148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■"/>
              <a:defRPr/>
            </a:lvl9pPr>
          </a:lstStyle>
          <a:p/>
        </p:txBody>
      </p:sp>
      <p:sp>
        <p:nvSpPr>
          <p:cNvPr id="631" name="Google Shape;631;p62"/>
          <p:cNvSpPr txBox="1"/>
          <p:nvPr>
            <p:ph idx="12" type="sldNum"/>
          </p:nvPr>
        </p:nvSpPr>
        <p:spPr>
          <a:xfrm>
            <a:off x="4449997" y="4902398"/>
            <a:ext cx="239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9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2" name="Google Shape;632;p62"/>
          <p:cNvSpPr txBox="1"/>
          <p:nvPr>
            <p:ph type="title"/>
          </p:nvPr>
        </p:nvSpPr>
        <p:spPr>
          <a:xfrm>
            <a:off x="315039" y="133945"/>
            <a:ext cx="85110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50" lIns="32750" spcFirstLastPara="1" rIns="32750" wrap="square" tIns="327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9pPr>
          </a:lstStyle>
          <a:p/>
        </p:txBody>
      </p:sp>
      <p:sp>
        <p:nvSpPr>
          <p:cNvPr id="633" name="Google Shape;633;p62"/>
          <p:cNvSpPr txBox="1"/>
          <p:nvPr>
            <p:ph idx="2" type="body"/>
          </p:nvPr>
        </p:nvSpPr>
        <p:spPr>
          <a:xfrm>
            <a:off x="315039" y="1366242"/>
            <a:ext cx="41019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  <a:defRPr sz="2100"/>
            </a:lvl1pPr>
            <a:lvl2pPr indent="-419100" lvl="1" marL="9144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○"/>
              <a:defRPr sz="2100"/>
            </a:lvl2pPr>
            <a:lvl3pPr indent="-419100" lvl="2" marL="13716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■"/>
              <a:defRPr sz="2100"/>
            </a:lvl3pPr>
            <a:lvl4pPr indent="-419100" lvl="3" marL="18288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  <a:defRPr sz="2100"/>
            </a:lvl4pPr>
            <a:lvl5pPr indent="-419100" lvl="4" marL="22860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○"/>
              <a:defRPr sz="2100"/>
            </a:lvl5pPr>
            <a:lvl6pPr indent="-336550" lvl="5" marL="27432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■"/>
              <a:defRPr/>
            </a:lvl6pPr>
            <a:lvl7pPr indent="-336550" lvl="6" marL="32004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  <a:defRPr/>
            </a:lvl7pPr>
            <a:lvl8pPr indent="-336550" lvl="7" marL="36576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  <a:defRPr/>
            </a:lvl8pPr>
            <a:lvl9pPr indent="-336550" lvl="8" marL="41148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36" name="Google Shape;636;p6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7" name="Google Shape;637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0" name="Google Shape;640;p64"/>
          <p:cNvSpPr txBox="1"/>
          <p:nvPr>
            <p:ph idx="1" type="body"/>
          </p:nvPr>
        </p:nvSpPr>
        <p:spPr>
          <a:xfrm>
            <a:off x="540300" y="1559125"/>
            <a:ext cx="8281200" cy="31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641" name="Google Shape;641;p64"/>
          <p:cNvSpPr txBox="1"/>
          <p:nvPr>
            <p:ph type="title"/>
          </p:nvPr>
        </p:nvSpPr>
        <p:spPr>
          <a:xfrm>
            <a:off x="540300" y="894625"/>
            <a:ext cx="83436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100"/>
              </a:buClr>
              <a:buSzPts val="4200"/>
              <a:buNone/>
              <a:defRPr b="1" sz="4200">
                <a:solidFill>
                  <a:srgbClr val="5621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2" name="Google Shape;642;p64"/>
          <p:cNvSpPr txBox="1"/>
          <p:nvPr/>
        </p:nvSpPr>
        <p:spPr>
          <a:xfrm>
            <a:off x="540300" y="250150"/>
            <a:ext cx="6116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62100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ECE </a:t>
            </a:r>
            <a:r>
              <a:rPr lang="en" sz="1200">
                <a:solidFill>
                  <a:srgbClr val="562100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319 - Digital System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86800"/>
            <a:ext cx="74763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b="1"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501300"/>
            <a:ext cx="4015200" cy="28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823300" y="1501300"/>
            <a:ext cx="3863400" cy="28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0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73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6.jpg"/><Relationship Id="rId4" Type="http://schemas.openxmlformats.org/officeDocument/2006/relationships/image" Target="../media/image7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readme.md" TargetMode="External"/><Relationship Id="rId4" Type="http://schemas.openxmlformats.org/officeDocument/2006/relationships/hyperlink" Target="http://readme.m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5"/>
          <p:cNvSpPr txBox="1"/>
          <p:nvPr>
            <p:ph type="title"/>
          </p:nvPr>
        </p:nvSpPr>
        <p:spPr>
          <a:xfrm>
            <a:off x="427101" y="990600"/>
            <a:ext cx="7886700" cy="53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</a:t>
            </a:r>
            <a:endParaRPr/>
          </a:p>
        </p:txBody>
      </p:sp>
      <p:sp>
        <p:nvSpPr>
          <p:cNvPr id="648" name="Google Shape;648;p65"/>
          <p:cNvSpPr txBox="1"/>
          <p:nvPr>
            <p:ph idx="1" type="body"/>
          </p:nvPr>
        </p:nvSpPr>
        <p:spPr>
          <a:xfrm>
            <a:off x="425194" y="1639069"/>
            <a:ext cx="8376000" cy="288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Worksheet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Presentation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Reflection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6"/>
          <p:cNvSpPr txBox="1"/>
          <p:nvPr>
            <p:ph type="title"/>
          </p:nvPr>
        </p:nvSpPr>
        <p:spPr>
          <a:xfrm>
            <a:off x="427101" y="990600"/>
            <a:ext cx="7886700" cy="53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</a:t>
            </a:r>
            <a:endParaRPr/>
          </a:p>
        </p:txBody>
      </p:sp>
      <p:sp>
        <p:nvSpPr>
          <p:cNvPr id="654" name="Google Shape;654;p66"/>
          <p:cNvSpPr txBox="1"/>
          <p:nvPr>
            <p:ph idx="1" type="body"/>
          </p:nvPr>
        </p:nvSpPr>
        <p:spPr>
          <a:xfrm>
            <a:off x="425194" y="1639069"/>
            <a:ext cx="8376000" cy="288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You will be creating your own system that prototypes a solution to a real world problem/situation.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The problem/situation requirements: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Human interaction is necessary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provides a service or support to a situation that improves the quality of life for a person in some way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inputs and outputs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 motor (servo, stepper or DC), your sensor, 1 LED and another input (pot, switch, </a:t>
            </a:r>
            <a:r>
              <a:rPr lang="en"/>
              <a:t>photoresistor</a:t>
            </a:r>
            <a:r>
              <a:rPr lang="en"/>
              <a:t> or water sensor) are the minimum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AI to help develop the code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7"/>
          <p:cNvSpPr txBox="1"/>
          <p:nvPr>
            <p:ph type="title"/>
          </p:nvPr>
        </p:nvSpPr>
        <p:spPr>
          <a:xfrm>
            <a:off x="457200" y="286800"/>
            <a:ext cx="74763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660" name="Google Shape;660;p67"/>
          <p:cNvSpPr txBox="1"/>
          <p:nvPr>
            <p:ph idx="1" type="body"/>
          </p:nvPr>
        </p:nvSpPr>
        <p:spPr>
          <a:xfrm>
            <a:off x="457200" y="1597000"/>
            <a:ext cx="3921000" cy="27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Automated blinds</a:t>
            </a:r>
            <a:endParaRPr/>
          </a:p>
        </p:txBody>
      </p:sp>
      <p:sp>
        <p:nvSpPr>
          <p:cNvPr id="661" name="Google Shape;661;p67"/>
          <p:cNvSpPr txBox="1"/>
          <p:nvPr>
            <p:ph idx="2" type="body"/>
          </p:nvPr>
        </p:nvSpPr>
        <p:spPr>
          <a:xfrm>
            <a:off x="4924500" y="1597000"/>
            <a:ext cx="3762300" cy="27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Automated Dam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Inspired by Venice’s MOSE Electromechanical Dam</a:t>
            </a:r>
            <a:endParaRPr/>
          </a:p>
        </p:txBody>
      </p:sp>
      <p:sp>
        <p:nvSpPr>
          <p:cNvPr id="662" name="Google Shape;662;p67"/>
          <p:cNvSpPr txBox="1"/>
          <p:nvPr>
            <p:ph idx="3" type="subTitle"/>
          </p:nvPr>
        </p:nvSpPr>
        <p:spPr>
          <a:xfrm>
            <a:off x="457200" y="4682800"/>
            <a:ext cx="2835900" cy="1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67"/>
          <p:cNvSpPr txBox="1"/>
          <p:nvPr>
            <p:ph idx="4" type="subTitle"/>
          </p:nvPr>
        </p:nvSpPr>
        <p:spPr>
          <a:xfrm>
            <a:off x="457200" y="775050"/>
            <a:ext cx="7476300" cy="2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4" name="Google Shape;664;p67" title="20260921_105322.jpg"/>
          <p:cNvPicPr preferRelativeResize="0"/>
          <p:nvPr/>
        </p:nvPicPr>
        <p:blipFill rotWithShape="1">
          <a:blip r:embed="rId3">
            <a:alphaModFix/>
          </a:blip>
          <a:srcRect b="28179" l="0" r="0" t="32038"/>
          <a:stretch/>
        </p:blipFill>
        <p:spPr>
          <a:xfrm>
            <a:off x="5494250" y="3009651"/>
            <a:ext cx="2375851" cy="204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67" title="20260921_105315.jpg"/>
          <p:cNvPicPr preferRelativeResize="0"/>
          <p:nvPr/>
        </p:nvPicPr>
        <p:blipFill rotWithShape="1">
          <a:blip r:embed="rId4">
            <a:alphaModFix/>
          </a:blip>
          <a:srcRect b="34025" l="0" r="0" t="19217"/>
          <a:stretch/>
        </p:blipFill>
        <p:spPr>
          <a:xfrm>
            <a:off x="815650" y="3009650"/>
            <a:ext cx="2021441" cy="204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68"/>
          <p:cNvSpPr txBox="1"/>
          <p:nvPr>
            <p:ph type="title"/>
          </p:nvPr>
        </p:nvSpPr>
        <p:spPr>
          <a:xfrm>
            <a:off x="427101" y="990600"/>
            <a:ext cx="7886700" cy="53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Worksheet</a:t>
            </a:r>
            <a:endParaRPr/>
          </a:p>
        </p:txBody>
      </p:sp>
      <p:sp>
        <p:nvSpPr>
          <p:cNvPr id="671" name="Google Shape;671;p68"/>
          <p:cNvSpPr txBox="1"/>
          <p:nvPr>
            <p:ph idx="1" type="body"/>
          </p:nvPr>
        </p:nvSpPr>
        <p:spPr>
          <a:xfrm>
            <a:off x="425194" y="1639069"/>
            <a:ext cx="8376000" cy="288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Complete today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your plan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5% of module grade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9"/>
          <p:cNvSpPr txBox="1"/>
          <p:nvPr>
            <p:ph idx="1" type="body"/>
          </p:nvPr>
        </p:nvSpPr>
        <p:spPr>
          <a:xfrm>
            <a:off x="425194" y="1639069"/>
            <a:ext cx="8376000" cy="288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Attendance</a:t>
            </a:r>
            <a:r>
              <a:rPr lang="en"/>
              <a:t> Expected</a:t>
            </a:r>
            <a:endParaRPr/>
          </a:p>
        </p:txBody>
      </p:sp>
      <p:sp>
        <p:nvSpPr>
          <p:cNvPr id="677" name="Google Shape;677;p69"/>
          <p:cNvSpPr txBox="1"/>
          <p:nvPr>
            <p:ph type="title"/>
          </p:nvPr>
        </p:nvSpPr>
        <p:spPr>
          <a:xfrm>
            <a:off x="427101" y="990600"/>
            <a:ext cx="7886700" cy="53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Days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70"/>
          <p:cNvSpPr txBox="1"/>
          <p:nvPr>
            <p:ph idx="1" type="body"/>
          </p:nvPr>
        </p:nvSpPr>
        <p:spPr>
          <a:xfrm>
            <a:off x="425194" y="1639069"/>
            <a:ext cx="8376000" cy="288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Explain in 1-2 sentences what your prototype is doing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Explain what each component in the system does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what it does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10% of module grade</a:t>
            </a:r>
            <a:endParaRPr/>
          </a:p>
        </p:txBody>
      </p:sp>
      <p:sp>
        <p:nvSpPr>
          <p:cNvPr id="683" name="Google Shape;683;p70"/>
          <p:cNvSpPr txBox="1"/>
          <p:nvPr>
            <p:ph type="title"/>
          </p:nvPr>
        </p:nvSpPr>
        <p:spPr>
          <a:xfrm>
            <a:off x="427101" y="990600"/>
            <a:ext cx="7886700" cy="53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- October 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8" name="Google Shape;688;p71"/>
          <p:cNvGraphicFramePr/>
          <p:nvPr/>
        </p:nvGraphicFramePr>
        <p:xfrm>
          <a:off x="1423988" y="1438275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{D1F773E8-CEC7-4B24-861E-98A20ADB810A}</a:tableStyleId>
              </a:tblPr>
              <a:tblGrid>
                <a:gridCol w="4791075"/>
                <a:gridCol w="150495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Points Available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3C78D8"/>
                    </a:solidFill>
                  </a:tcPr>
                </a:tc>
              </a:tr>
              <a:tr h="1397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/>
                        <a:t>Functionality</a:t>
                      </a:r>
                      <a:endParaRPr i="1" sz="1100"/>
                    </a:p>
                  </a:txBody>
                  <a:tcPr marT="0" marB="0" marR="68575" marL="68575">
                    <a:solidFill>
                      <a:srgbClr val="C9DAF8"/>
                    </a:solidFill>
                  </a:tcPr>
                </a:tc>
                <a:tc hMerge="1"/>
              </a:tr>
              <a:tr h="48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Custom Sensor</a:t>
                      </a:r>
                      <a:endParaRPr sz="11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Other Sensor/Input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Motor</a:t>
                      </a:r>
                      <a:endParaRPr b="1" sz="11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LED</a:t>
                      </a:r>
                      <a:endParaRPr b="1" sz="11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Construction of Prototype</a:t>
                      </a:r>
                      <a:endParaRPr b="1" sz="11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Overall System</a:t>
                      </a:r>
                      <a:endParaRPr b="1" sz="11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20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/>
                        <a:t>TOTAL</a:t>
                      </a:r>
                      <a:endParaRPr i="1" sz="11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  <p:sp>
        <p:nvSpPr>
          <p:cNvPr id="689" name="Google Shape;689;p71"/>
          <p:cNvSpPr txBox="1"/>
          <p:nvPr>
            <p:ph type="title"/>
          </p:nvPr>
        </p:nvSpPr>
        <p:spPr>
          <a:xfrm>
            <a:off x="457200" y="286800"/>
            <a:ext cx="74763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Grading</a:t>
            </a:r>
            <a:endParaRPr/>
          </a:p>
        </p:txBody>
      </p:sp>
      <p:sp>
        <p:nvSpPr>
          <p:cNvPr id="690" name="Google Shape;690;p71"/>
          <p:cNvSpPr txBox="1"/>
          <p:nvPr>
            <p:ph idx="1" type="subTitle"/>
          </p:nvPr>
        </p:nvSpPr>
        <p:spPr>
          <a:xfrm>
            <a:off x="457200" y="775050"/>
            <a:ext cx="7476300" cy="2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2"/>
          <p:cNvSpPr txBox="1"/>
          <p:nvPr>
            <p:ph idx="1" type="body"/>
          </p:nvPr>
        </p:nvSpPr>
        <p:spPr>
          <a:xfrm>
            <a:off x="425194" y="1639069"/>
            <a:ext cx="8376000" cy="288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Rubric will be completed by everyone and scores </a:t>
            </a:r>
            <a:r>
              <a:rPr lang="en"/>
              <a:t>averaged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 minutes to present, 1 minute for questions, 1 minute for class to complete feedback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10% of module grade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72"/>
          <p:cNvSpPr txBox="1"/>
          <p:nvPr>
            <p:ph type="title"/>
          </p:nvPr>
        </p:nvSpPr>
        <p:spPr>
          <a:xfrm>
            <a:off x="427101" y="990600"/>
            <a:ext cx="7886700" cy="53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- October 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3"/>
          <p:cNvSpPr txBox="1"/>
          <p:nvPr>
            <p:ph type="title"/>
          </p:nvPr>
        </p:nvSpPr>
        <p:spPr>
          <a:xfrm>
            <a:off x="457200" y="286800"/>
            <a:ext cx="74763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Grading</a:t>
            </a:r>
            <a:endParaRPr/>
          </a:p>
        </p:txBody>
      </p:sp>
      <p:graphicFrame>
        <p:nvGraphicFramePr>
          <p:cNvPr id="702" name="Google Shape;702;p73"/>
          <p:cNvGraphicFramePr/>
          <p:nvPr/>
        </p:nvGraphicFramePr>
        <p:xfrm>
          <a:off x="1047325" y="83330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{D1F773E8-CEC7-4B24-861E-98A20ADB810A}</a:tableStyleId>
              </a:tblPr>
              <a:tblGrid>
                <a:gridCol w="4791075"/>
                <a:gridCol w="150495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 anchor="ctr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Points Available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 anchor="ctr">
                    <a:solidFill>
                      <a:srgbClr val="3C78D8"/>
                    </a:solidFill>
                  </a:tcPr>
                </a:tc>
              </a:tr>
              <a:tr h="3429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/>
                        <a:t>Content</a:t>
                      </a:r>
                      <a:endParaRPr i="1" sz="1100"/>
                    </a:p>
                  </a:txBody>
                  <a:tcPr marT="0" marB="0" marR="68575" marL="68575" anchor="ctr">
                    <a:solidFill>
                      <a:srgbClr val="C9DAF8"/>
                    </a:solidFill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Introduction and project overview</a:t>
                      </a:r>
                      <a:endParaRPr sz="1100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Implementation Overview</a:t>
                      </a:r>
                      <a:endParaRPr b="1" sz="1100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Use of AI</a:t>
                      </a:r>
                      <a:endParaRPr b="1" sz="1100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Results</a:t>
                      </a:r>
                      <a:endParaRPr b="1" sz="1100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Conclusion</a:t>
                      </a:r>
                      <a:endParaRPr b="1" sz="1100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3429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/>
                        <a:t>Presentation</a:t>
                      </a:r>
                      <a:endParaRPr i="1" sz="1100"/>
                    </a:p>
                  </a:txBody>
                  <a:tcPr marT="0" marB="0" marR="68575" marL="68575" anchor="ctr">
                    <a:solidFill>
                      <a:srgbClr val="C9DAF8"/>
                    </a:solidFill>
                  </a:tcPr>
                </a:tc>
                <a:tc hMerge="1"/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Slide visuals and content presentation</a:t>
                      </a:r>
                      <a:endParaRPr b="1" sz="1100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Teamwork</a:t>
                      </a:r>
                      <a:endParaRPr b="1" sz="1100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Presentation Communication</a:t>
                      </a:r>
                      <a:endParaRPr b="1" sz="1100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/>
                        <a:t>TOTAL</a:t>
                      </a:r>
                      <a:endParaRPr i="1" sz="1100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40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4"/>
          <p:cNvSpPr txBox="1"/>
          <p:nvPr>
            <p:ph idx="1" type="body"/>
          </p:nvPr>
        </p:nvSpPr>
        <p:spPr>
          <a:xfrm>
            <a:off x="425194" y="1639069"/>
            <a:ext cx="8376000" cy="288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Due 10/11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like your other reflections but for the project part of the module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5% of module grade</a:t>
            </a:r>
            <a:endParaRPr/>
          </a:p>
        </p:txBody>
      </p:sp>
      <p:sp>
        <p:nvSpPr>
          <p:cNvPr id="708" name="Google Shape;708;p74"/>
          <p:cNvSpPr txBox="1"/>
          <p:nvPr>
            <p:ph type="title"/>
          </p:nvPr>
        </p:nvSpPr>
        <p:spPr>
          <a:xfrm>
            <a:off x="427101" y="990600"/>
            <a:ext cx="7886700" cy="53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75"/>
          <p:cNvSpPr txBox="1"/>
          <p:nvPr>
            <p:ph type="title"/>
          </p:nvPr>
        </p:nvSpPr>
        <p:spPr>
          <a:xfrm>
            <a:off x="457200" y="286800"/>
            <a:ext cx="74763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Portfolio Grading - 5% of </a:t>
            </a:r>
            <a:r>
              <a:rPr lang="en"/>
              <a:t>module</a:t>
            </a:r>
            <a:r>
              <a:rPr lang="en"/>
              <a:t> grade</a:t>
            </a:r>
            <a:endParaRPr/>
          </a:p>
        </p:txBody>
      </p:sp>
      <p:graphicFrame>
        <p:nvGraphicFramePr>
          <p:cNvPr id="714" name="Google Shape;714;p75"/>
          <p:cNvGraphicFramePr/>
          <p:nvPr/>
        </p:nvGraphicFramePr>
        <p:xfrm>
          <a:off x="563475" y="91545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{D1F773E8-CEC7-4B24-861E-98A20ADB810A}</a:tableStyleId>
              </a:tblPr>
              <a:tblGrid>
                <a:gridCol w="6100725"/>
                <a:gridCol w="1916325"/>
              </a:tblGrid>
              <a:tr h="15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</a:rPr>
                        <a:t>Points Available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3C78D8"/>
                    </a:solidFill>
                  </a:tcPr>
                </a:tc>
              </a:tr>
              <a:tr h="1592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/>
                        <a:t>Portfolio Page </a:t>
                      </a:r>
                      <a:endParaRPr i="1" sz="1100"/>
                    </a:p>
                  </a:txBody>
                  <a:tcPr marT="0" marB="0" marR="68575" marL="68575">
                    <a:solidFill>
                      <a:srgbClr val="C9DAF8"/>
                    </a:solidFill>
                  </a:tcPr>
                </a:tc>
                <a:tc hMerge="1"/>
              </a:tr>
              <a:tr h="4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Content</a:t>
                      </a:r>
                      <a:r>
                        <a:rPr lang="en" sz="1100"/>
                        <a:t>: Appropriate content including sections such as Interests, Projects, Links, Resume, and Experiences.</a:t>
                      </a:r>
                      <a:endParaRPr sz="11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47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Clarity</a:t>
                      </a:r>
                      <a:r>
                        <a:rPr lang="en" sz="1100"/>
                        <a:t>: Easy to read layout (lettering, spacing, contrast), grammar, spelling, clean formatting. Appearance is accessible to diverse audiences. 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29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Creativity</a:t>
                      </a:r>
                      <a:r>
                        <a:rPr lang="en" sz="1100"/>
                        <a:t>:  Use of color, use of diagrams and visuals, eye-catching, professional.</a:t>
                      </a:r>
                      <a:endParaRPr b="1" sz="11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1592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/>
                        <a:t>FYRE Repo</a:t>
                      </a:r>
                      <a:endParaRPr i="1" sz="1100"/>
                    </a:p>
                  </a:txBody>
                  <a:tcPr marT="0" marB="0" marR="68575" marL="68575">
                    <a:solidFill>
                      <a:srgbClr val="C9DAF8"/>
                    </a:solidFill>
                  </a:tcPr>
                </a:tc>
                <a:tc hMerge="1"/>
              </a:tr>
              <a:tr h="51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Repo README.md</a:t>
                      </a:r>
                      <a:r>
                        <a:rPr lang="en" sz="1100"/>
                        <a:t>:  Clear description of the content in the repo and appropriate links. A picture of your project would be a nice feature.</a:t>
                      </a:r>
                      <a:endParaRPr sz="11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35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Reflections:</a:t>
                      </a:r>
                      <a:r>
                        <a:rPr lang="en" sz="1100"/>
                        <a:t> Folder contains all 3 reflections from the “Sensing the World” Module</a:t>
                      </a:r>
                      <a:endParaRPr sz="11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51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Programming Activities: </a:t>
                      </a:r>
                      <a:r>
                        <a:rPr lang="en" sz="1100"/>
                        <a:t>Folder contains the code from the programming activities done during class. </a:t>
                      </a:r>
                      <a:r>
                        <a:rPr lang="en" sz="1100" u="sng">
                          <a:solidFill>
                            <a:srgbClr val="1155CC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README.md</a:t>
                      </a:r>
                      <a:r>
                        <a:rPr lang="en" sz="1100"/>
                        <a:t> in the folder describing what each file name corresponds to is present.</a:t>
                      </a:r>
                      <a:endParaRPr sz="11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20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51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Project</a:t>
                      </a:r>
                      <a:r>
                        <a:rPr lang="en" sz="1100"/>
                        <a:t>:  All code, development files and presentation slides should be present. </a:t>
                      </a:r>
                      <a:r>
                        <a:rPr lang="en" sz="1100" u="sng">
                          <a:solidFill>
                            <a:srgbClr val="1155CC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README.md</a:t>
                      </a:r>
                      <a:r>
                        <a:rPr lang="en" sz="1100"/>
                        <a:t> in the folder describing what each file name corresponds to is present.</a:t>
                      </a:r>
                      <a:endParaRPr b="1" sz="11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25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  <a:tr h="21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/>
                        <a:t>TOTAL</a:t>
                      </a:r>
                      <a:endParaRPr i="1" sz="11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100</a:t>
                      </a:r>
                      <a:endParaRPr sz="1100"/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6"/>
          <p:cNvSpPr txBox="1"/>
          <p:nvPr>
            <p:ph type="title"/>
          </p:nvPr>
        </p:nvSpPr>
        <p:spPr>
          <a:xfrm>
            <a:off x="457200" y="286800"/>
            <a:ext cx="74763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 Lab Time</a:t>
            </a:r>
            <a:endParaRPr/>
          </a:p>
        </p:txBody>
      </p:sp>
      <p:sp>
        <p:nvSpPr>
          <p:cNvPr id="720" name="Google Shape;720;p76"/>
          <p:cNvSpPr txBox="1"/>
          <p:nvPr>
            <p:ph idx="1" type="subTitle"/>
          </p:nvPr>
        </p:nvSpPr>
        <p:spPr>
          <a:xfrm>
            <a:off x="457200" y="775050"/>
            <a:ext cx="7476300" cy="2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76"/>
          <p:cNvSpPr txBox="1"/>
          <p:nvPr>
            <p:ph idx="2" type="body"/>
          </p:nvPr>
        </p:nvSpPr>
        <p:spPr>
          <a:xfrm>
            <a:off x="457200" y="1597100"/>
            <a:ext cx="3762300" cy="27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Friday - 9/25: 2-4pm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Tuesday - 9/29: 10-11am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Thursday - 10/1: 10-11am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Monday - 10/5: Noon - 1pm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high University Real Brand">
  <a:themeElements>
    <a:clrScheme name="Simple Light">
      <a:dk1>
        <a:srgbClr val="502D0E"/>
      </a:dk1>
      <a:lt1>
        <a:srgbClr val="FFFFFF"/>
      </a:lt1>
      <a:dk2>
        <a:srgbClr val="12354C"/>
      </a:dk2>
      <a:lt2>
        <a:srgbClr val="D1E9E8"/>
      </a:lt2>
      <a:accent1>
        <a:srgbClr val="5E74EE"/>
      </a:accent1>
      <a:accent2>
        <a:srgbClr val="66B0FF"/>
      </a:accent2>
      <a:accent3>
        <a:srgbClr val="FCD8D6"/>
      </a:accent3>
      <a:accent4>
        <a:srgbClr val="EBA033"/>
      </a:accent4>
      <a:accent5>
        <a:srgbClr val="FFE41E"/>
      </a:accent5>
      <a:accent6>
        <a:srgbClr val="000000"/>
      </a:accent6>
      <a:hlink>
        <a:srgbClr val="5E74E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